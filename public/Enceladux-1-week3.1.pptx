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8/23/2025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666829"/>
            <a:ext cx="10993549" cy="678645"/>
          </a:xfrm>
        </p:spPr>
        <p:txBody>
          <a:bodyPr>
            <a:normAutofit/>
          </a:bodyPr>
          <a:lstStyle/>
          <a:p>
            <a:r>
              <a:rPr lang="en-US" dirty="0"/>
              <a:t>Tools for </a:t>
            </a:r>
            <a:r>
              <a:rPr lang="en-US" dirty="0" err="1"/>
              <a:t>creaction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1345475"/>
            <a:ext cx="10993546" cy="378822"/>
          </a:xfrm>
        </p:spPr>
        <p:txBody>
          <a:bodyPr>
            <a:normAutofit/>
          </a:bodyPr>
          <a:lstStyle/>
          <a:p>
            <a:r>
              <a:rPr lang="en-US" dirty="0"/>
              <a:t>Enceladux-1, week3.1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2012303"/>
            <a:ext cx="11260667" cy="438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38964"/>
          </a:xfrm>
        </p:spPr>
        <p:txBody>
          <a:bodyPr>
            <a:noAutofit/>
          </a:bodyPr>
          <a:lstStyle/>
          <a:p>
            <a:r>
              <a:rPr lang="en-US" sz="4400" dirty="0"/>
              <a:t>4</a:t>
            </a:r>
            <a:r>
              <a:rPr lang="en-US" sz="4400" baseline="30000" dirty="0"/>
              <a:t>th</a:t>
            </a:r>
            <a:r>
              <a:rPr lang="en-US" sz="4400" dirty="0"/>
              <a:t> industrial revolution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0BD3A4E-4F69-C137-026C-848ED73DAB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1749" y="1663337"/>
            <a:ext cx="8978537" cy="4598126"/>
          </a:xfrm>
        </p:spPr>
      </p:pic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9B6FE-1282-17D3-DB76-97534995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73798"/>
          </a:xfrm>
        </p:spPr>
        <p:txBody>
          <a:bodyPr>
            <a:noAutofit/>
          </a:bodyPr>
          <a:lstStyle/>
          <a:p>
            <a:r>
              <a:rPr lang="en-US" sz="4800" dirty="0"/>
              <a:t>BLOCKLY GAMES AND MONKEY TYPE</a:t>
            </a:r>
            <a:endParaRPr lang="en-ZA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D0008-33C0-1E1F-4846-19D06AF43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67840"/>
            <a:ext cx="11029615" cy="4207510"/>
          </a:xfrm>
        </p:spPr>
        <p:txBody>
          <a:bodyPr/>
          <a:lstStyle/>
          <a:p>
            <a:r>
              <a:rPr lang="en-US" sz="4400" b="1" u="sng" dirty="0"/>
              <a:t>Activity</a:t>
            </a:r>
            <a:r>
              <a:rPr lang="en-US" dirty="0"/>
              <a:t>:</a:t>
            </a:r>
          </a:p>
          <a:p>
            <a:r>
              <a:rPr lang="en-US" dirty="0"/>
              <a:t>Use the google search engine to navigate to </a:t>
            </a:r>
            <a:r>
              <a:rPr lang="en-US" dirty="0" err="1"/>
              <a:t>blockly</a:t>
            </a:r>
            <a:r>
              <a:rPr lang="en-US" dirty="0"/>
              <a:t> games and start the challenges.</a:t>
            </a:r>
          </a:p>
          <a:p>
            <a:r>
              <a:rPr lang="en-US" dirty="0"/>
              <a:t>These games will help us understand how to construct complex units using small components</a:t>
            </a:r>
          </a:p>
          <a:p>
            <a:r>
              <a:rPr lang="en-US" dirty="0"/>
              <a:t>Help us get an overview of how code is written, and </a:t>
            </a:r>
            <a:r>
              <a:rPr lang="en-US" dirty="0" err="1"/>
              <a:t>conceled</a:t>
            </a:r>
            <a:endParaRPr lang="en-US" dirty="0"/>
          </a:p>
          <a:p>
            <a:r>
              <a:rPr lang="en-US" sz="4400" b="1" u="sng" dirty="0"/>
              <a:t>Activity</a:t>
            </a:r>
            <a:r>
              <a:rPr lang="en-US" dirty="0"/>
              <a:t>:</a:t>
            </a:r>
          </a:p>
          <a:p>
            <a:r>
              <a:rPr lang="en-US" dirty="0"/>
              <a:t>Use the google search engine to navigate to monkey type and start the challenges.</a:t>
            </a:r>
          </a:p>
          <a:p>
            <a:r>
              <a:rPr lang="en-ZA" dirty="0"/>
              <a:t>This activity will help us with coordination and coping with the pressure of time constraints</a:t>
            </a:r>
          </a:p>
        </p:txBody>
      </p:sp>
    </p:spTree>
    <p:extLst>
      <p:ext uri="{BB962C8B-B14F-4D97-AF65-F5344CB8AC3E}">
        <p14:creationId xmlns:p14="http://schemas.microsoft.com/office/powerpoint/2010/main" val="3612274120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{C76852A2-B275-41BC-BDFF-D853F04EB993}TF201209c3-d067-44f9-a26f-c8f216c443132338b0b8_win32-bd4b3b67ca24</Template>
  <TotalTime>35</TotalTime>
  <Words>90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Franklin Gothic Book</vt:lpstr>
      <vt:lpstr>Franklin Gothic Demi</vt:lpstr>
      <vt:lpstr>Wingdings 2</vt:lpstr>
      <vt:lpstr>DividendVTI</vt:lpstr>
      <vt:lpstr>Tools for creaction</vt:lpstr>
      <vt:lpstr>4th industrial revolution</vt:lpstr>
      <vt:lpstr>BLOCKLY GAMES AND MONKEY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Tools for creaction</dc:title>
  <dc:creator>Bloem Printings Pty Ltd</dc:creator>
  <cp:lastModifiedBy>Bloem Printings Pty Ltd</cp:lastModifiedBy>
  <cp:revision>1</cp:revision>
  <dcterms:created xsi:type="dcterms:W3CDTF">2025-08-23T10:15:30Z</dcterms:created>
  <dcterms:modified xsi:type="dcterms:W3CDTF">2025-08-23T10:51:03Z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