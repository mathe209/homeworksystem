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sldIdLst>
    <p:sldId id="257" r:id="rId5"/>
    <p:sldId id="258" r:id="rId6"/>
    <p:sldId id="259" r:id="rId7"/>
    <p:sldId id="260" r:id="rId8"/>
    <p:sldId id="262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9" autoAdjust="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742BB6-022D-4998-8964-FF8448C064DE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6B000EF0-64E8-4B88-BBB1-F139ABD9A3F3}">
      <dgm:prSet phldrT="[Text]"/>
      <dgm:spPr/>
      <dgm:t>
        <a:bodyPr/>
        <a:lstStyle/>
        <a:p>
          <a:r>
            <a:rPr lang="en-US" dirty="0"/>
            <a:t>School</a:t>
          </a:r>
          <a:endParaRPr lang="en-ZA" dirty="0"/>
        </a:p>
      </dgm:t>
    </dgm:pt>
    <dgm:pt modelId="{CCF6C7DC-8EB9-485E-8728-D8E995F2F033}" type="parTrans" cxnId="{805C14AF-FA44-44B1-89BA-8782D0BD61DB}">
      <dgm:prSet/>
      <dgm:spPr/>
      <dgm:t>
        <a:bodyPr/>
        <a:lstStyle/>
        <a:p>
          <a:endParaRPr lang="en-ZA"/>
        </a:p>
      </dgm:t>
    </dgm:pt>
    <dgm:pt modelId="{F807A1FB-D347-422C-9261-B9DE34E3C3E7}" type="sibTrans" cxnId="{805C14AF-FA44-44B1-89BA-8782D0BD61DB}">
      <dgm:prSet/>
      <dgm:spPr/>
      <dgm:t>
        <a:bodyPr/>
        <a:lstStyle/>
        <a:p>
          <a:endParaRPr lang="en-ZA"/>
        </a:p>
      </dgm:t>
    </dgm:pt>
    <dgm:pt modelId="{AB6F7F39-16BC-46B8-820D-C047F343B224}">
      <dgm:prSet phldrT="[Text]"/>
      <dgm:spPr/>
      <dgm:t>
        <a:bodyPr/>
        <a:lstStyle/>
        <a:p>
          <a:r>
            <a:rPr lang="en-US" dirty="0"/>
            <a:t>University</a:t>
          </a:r>
          <a:endParaRPr lang="en-ZA" dirty="0"/>
        </a:p>
      </dgm:t>
    </dgm:pt>
    <dgm:pt modelId="{9015EEA2-8A73-425E-80C1-3EC968EE5F64}" type="parTrans" cxnId="{7D405214-D387-4FB0-9326-31A336740FD8}">
      <dgm:prSet/>
      <dgm:spPr/>
      <dgm:t>
        <a:bodyPr/>
        <a:lstStyle/>
        <a:p>
          <a:endParaRPr lang="en-ZA"/>
        </a:p>
      </dgm:t>
    </dgm:pt>
    <dgm:pt modelId="{7A796F61-D381-4CE3-A54B-F728341169C1}" type="sibTrans" cxnId="{7D405214-D387-4FB0-9326-31A336740FD8}">
      <dgm:prSet/>
      <dgm:spPr/>
      <dgm:t>
        <a:bodyPr/>
        <a:lstStyle/>
        <a:p>
          <a:endParaRPr lang="en-ZA"/>
        </a:p>
      </dgm:t>
    </dgm:pt>
    <dgm:pt modelId="{229D19D1-1126-415F-A778-0970663C86DF}">
      <dgm:prSet phldrT="[Text]"/>
      <dgm:spPr/>
      <dgm:t>
        <a:bodyPr/>
        <a:lstStyle/>
        <a:p>
          <a:r>
            <a:rPr lang="en-US" dirty="0"/>
            <a:t>Work</a:t>
          </a:r>
          <a:endParaRPr lang="en-ZA" dirty="0"/>
        </a:p>
      </dgm:t>
    </dgm:pt>
    <dgm:pt modelId="{66E6BB84-631C-4A57-9491-63383F710BDD}" type="parTrans" cxnId="{64C1C15D-73A5-4B6D-9B60-971ADBB12882}">
      <dgm:prSet/>
      <dgm:spPr/>
      <dgm:t>
        <a:bodyPr/>
        <a:lstStyle/>
        <a:p>
          <a:endParaRPr lang="en-ZA"/>
        </a:p>
      </dgm:t>
    </dgm:pt>
    <dgm:pt modelId="{2DB86042-D658-44D5-8B78-C3BF60D403CB}" type="sibTrans" cxnId="{64C1C15D-73A5-4B6D-9B60-971ADBB12882}">
      <dgm:prSet/>
      <dgm:spPr/>
      <dgm:t>
        <a:bodyPr/>
        <a:lstStyle/>
        <a:p>
          <a:endParaRPr lang="en-ZA"/>
        </a:p>
      </dgm:t>
    </dgm:pt>
    <dgm:pt modelId="{276B4EEA-2D11-4A5C-99C7-D5C7E9EA9D6C}" type="pres">
      <dgm:prSet presAssocID="{0B742BB6-022D-4998-8964-FF8448C064DE}" presName="CompostProcess" presStyleCnt="0">
        <dgm:presLayoutVars>
          <dgm:dir/>
          <dgm:resizeHandles val="exact"/>
        </dgm:presLayoutVars>
      </dgm:prSet>
      <dgm:spPr/>
    </dgm:pt>
    <dgm:pt modelId="{6807FDFE-5016-438E-87C6-F7FE6EE1023B}" type="pres">
      <dgm:prSet presAssocID="{0B742BB6-022D-4998-8964-FF8448C064DE}" presName="arrow" presStyleLbl="bgShp" presStyleIdx="0" presStyleCnt="1"/>
      <dgm:spPr/>
    </dgm:pt>
    <dgm:pt modelId="{699BD775-45B4-4C51-B39E-B572A68252D0}" type="pres">
      <dgm:prSet presAssocID="{0B742BB6-022D-4998-8964-FF8448C064DE}" presName="linearProcess" presStyleCnt="0"/>
      <dgm:spPr/>
    </dgm:pt>
    <dgm:pt modelId="{3AF67E36-16C7-4645-BF10-D0AFA816E97A}" type="pres">
      <dgm:prSet presAssocID="{6B000EF0-64E8-4B88-BBB1-F139ABD9A3F3}" presName="textNode" presStyleLbl="node1" presStyleIdx="0" presStyleCnt="3">
        <dgm:presLayoutVars>
          <dgm:bulletEnabled val="1"/>
        </dgm:presLayoutVars>
      </dgm:prSet>
      <dgm:spPr/>
    </dgm:pt>
    <dgm:pt modelId="{4CFDDB41-82D6-463C-8026-E3B1465F650D}" type="pres">
      <dgm:prSet presAssocID="{F807A1FB-D347-422C-9261-B9DE34E3C3E7}" presName="sibTrans" presStyleCnt="0"/>
      <dgm:spPr/>
    </dgm:pt>
    <dgm:pt modelId="{A8054F8E-9ACD-4C36-9AB2-31B9A3B0CF0D}" type="pres">
      <dgm:prSet presAssocID="{AB6F7F39-16BC-46B8-820D-C047F343B224}" presName="textNode" presStyleLbl="node1" presStyleIdx="1" presStyleCnt="3">
        <dgm:presLayoutVars>
          <dgm:bulletEnabled val="1"/>
        </dgm:presLayoutVars>
      </dgm:prSet>
      <dgm:spPr/>
    </dgm:pt>
    <dgm:pt modelId="{1626FC77-4AF2-4254-B7F8-2D91CBAD6BFA}" type="pres">
      <dgm:prSet presAssocID="{7A796F61-D381-4CE3-A54B-F728341169C1}" presName="sibTrans" presStyleCnt="0"/>
      <dgm:spPr/>
    </dgm:pt>
    <dgm:pt modelId="{7DE3BA4A-345B-4069-934F-243EB3125170}" type="pres">
      <dgm:prSet presAssocID="{229D19D1-1126-415F-A778-0970663C86DF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7D405214-D387-4FB0-9326-31A336740FD8}" srcId="{0B742BB6-022D-4998-8964-FF8448C064DE}" destId="{AB6F7F39-16BC-46B8-820D-C047F343B224}" srcOrd="1" destOrd="0" parTransId="{9015EEA2-8A73-425E-80C1-3EC968EE5F64}" sibTransId="{7A796F61-D381-4CE3-A54B-F728341169C1}"/>
    <dgm:cxn modelId="{64C1C15D-73A5-4B6D-9B60-971ADBB12882}" srcId="{0B742BB6-022D-4998-8964-FF8448C064DE}" destId="{229D19D1-1126-415F-A778-0970663C86DF}" srcOrd="2" destOrd="0" parTransId="{66E6BB84-631C-4A57-9491-63383F710BDD}" sibTransId="{2DB86042-D658-44D5-8B78-C3BF60D403CB}"/>
    <dgm:cxn modelId="{29F96468-B9F3-4552-A9A6-67EA89CAF27A}" type="presOf" srcId="{AB6F7F39-16BC-46B8-820D-C047F343B224}" destId="{A8054F8E-9ACD-4C36-9AB2-31B9A3B0CF0D}" srcOrd="0" destOrd="0" presId="urn:microsoft.com/office/officeart/2005/8/layout/hProcess9"/>
    <dgm:cxn modelId="{0EBC8AA1-83F3-459C-BC05-6D5F522CF85C}" type="presOf" srcId="{0B742BB6-022D-4998-8964-FF8448C064DE}" destId="{276B4EEA-2D11-4A5C-99C7-D5C7E9EA9D6C}" srcOrd="0" destOrd="0" presId="urn:microsoft.com/office/officeart/2005/8/layout/hProcess9"/>
    <dgm:cxn modelId="{805C14AF-FA44-44B1-89BA-8782D0BD61DB}" srcId="{0B742BB6-022D-4998-8964-FF8448C064DE}" destId="{6B000EF0-64E8-4B88-BBB1-F139ABD9A3F3}" srcOrd="0" destOrd="0" parTransId="{CCF6C7DC-8EB9-485E-8728-D8E995F2F033}" sibTransId="{F807A1FB-D347-422C-9261-B9DE34E3C3E7}"/>
    <dgm:cxn modelId="{FD3BE5BF-6C4E-4FAD-866D-DAFADDC80CA5}" type="presOf" srcId="{229D19D1-1126-415F-A778-0970663C86DF}" destId="{7DE3BA4A-345B-4069-934F-243EB3125170}" srcOrd="0" destOrd="0" presId="urn:microsoft.com/office/officeart/2005/8/layout/hProcess9"/>
    <dgm:cxn modelId="{DB1DBDDB-1A8C-4EDC-8496-03523533FDDC}" type="presOf" srcId="{6B000EF0-64E8-4B88-BBB1-F139ABD9A3F3}" destId="{3AF67E36-16C7-4645-BF10-D0AFA816E97A}" srcOrd="0" destOrd="0" presId="urn:microsoft.com/office/officeart/2005/8/layout/hProcess9"/>
    <dgm:cxn modelId="{A639E1C6-0330-46D4-9533-04C113BD0560}" type="presParOf" srcId="{276B4EEA-2D11-4A5C-99C7-D5C7E9EA9D6C}" destId="{6807FDFE-5016-438E-87C6-F7FE6EE1023B}" srcOrd="0" destOrd="0" presId="urn:microsoft.com/office/officeart/2005/8/layout/hProcess9"/>
    <dgm:cxn modelId="{51B5429E-DDE6-427D-B448-3DBEC8F49A7F}" type="presParOf" srcId="{276B4EEA-2D11-4A5C-99C7-D5C7E9EA9D6C}" destId="{699BD775-45B4-4C51-B39E-B572A68252D0}" srcOrd="1" destOrd="0" presId="urn:microsoft.com/office/officeart/2005/8/layout/hProcess9"/>
    <dgm:cxn modelId="{E7539492-F1C8-4D82-96BA-F57BCD863F4C}" type="presParOf" srcId="{699BD775-45B4-4C51-B39E-B572A68252D0}" destId="{3AF67E36-16C7-4645-BF10-D0AFA816E97A}" srcOrd="0" destOrd="0" presId="urn:microsoft.com/office/officeart/2005/8/layout/hProcess9"/>
    <dgm:cxn modelId="{E65EFF49-6892-4347-8A58-CEDD56CE45C1}" type="presParOf" srcId="{699BD775-45B4-4C51-B39E-B572A68252D0}" destId="{4CFDDB41-82D6-463C-8026-E3B1465F650D}" srcOrd="1" destOrd="0" presId="urn:microsoft.com/office/officeart/2005/8/layout/hProcess9"/>
    <dgm:cxn modelId="{B5BED9BA-657A-4616-AD8E-E871C0BEB51C}" type="presParOf" srcId="{699BD775-45B4-4C51-B39E-B572A68252D0}" destId="{A8054F8E-9ACD-4C36-9AB2-31B9A3B0CF0D}" srcOrd="2" destOrd="0" presId="urn:microsoft.com/office/officeart/2005/8/layout/hProcess9"/>
    <dgm:cxn modelId="{663A4DF0-E0BA-4827-9796-44A7B435BD50}" type="presParOf" srcId="{699BD775-45B4-4C51-B39E-B572A68252D0}" destId="{1626FC77-4AF2-4254-B7F8-2D91CBAD6BFA}" srcOrd="3" destOrd="0" presId="urn:microsoft.com/office/officeart/2005/8/layout/hProcess9"/>
    <dgm:cxn modelId="{34C05639-400A-459F-89E1-05AB3191E22F}" type="presParOf" srcId="{699BD775-45B4-4C51-B39E-B572A68252D0}" destId="{7DE3BA4A-345B-4069-934F-243EB3125170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EF0345-0E6B-4530-A4FD-9707CFBED10C}" type="doc">
      <dgm:prSet loTypeId="urn:microsoft.com/office/officeart/2005/8/layout/arrow2" loCatId="process" qsTypeId="urn:microsoft.com/office/officeart/2005/8/quickstyle/simple1" qsCatId="simple" csTypeId="urn:microsoft.com/office/officeart/2005/8/colors/accent1_2" csCatId="accent1" phldr="1"/>
      <dgm:spPr/>
    </dgm:pt>
    <dgm:pt modelId="{8D7BB612-B249-465E-81A6-30767E888107}">
      <dgm:prSet phldrT="[Text]"/>
      <dgm:spPr/>
      <dgm:t>
        <a:bodyPr/>
        <a:lstStyle/>
        <a:p>
          <a:r>
            <a:rPr lang="en-US" dirty="0"/>
            <a:t>School</a:t>
          </a:r>
          <a:endParaRPr lang="en-ZA" dirty="0"/>
        </a:p>
      </dgm:t>
    </dgm:pt>
    <dgm:pt modelId="{14D800C8-CE06-437A-9974-54EC02D91E3D}" type="parTrans" cxnId="{01DA4305-CF6C-4B6D-AE83-90A6982B95A4}">
      <dgm:prSet/>
      <dgm:spPr/>
      <dgm:t>
        <a:bodyPr/>
        <a:lstStyle/>
        <a:p>
          <a:endParaRPr lang="en-ZA"/>
        </a:p>
      </dgm:t>
    </dgm:pt>
    <dgm:pt modelId="{D6B79624-2DD8-4FA9-967B-55F32DE99E10}" type="sibTrans" cxnId="{01DA4305-CF6C-4B6D-AE83-90A6982B95A4}">
      <dgm:prSet/>
      <dgm:spPr/>
      <dgm:t>
        <a:bodyPr/>
        <a:lstStyle/>
        <a:p>
          <a:endParaRPr lang="en-ZA"/>
        </a:p>
      </dgm:t>
    </dgm:pt>
    <dgm:pt modelId="{73ACF5D1-8471-4DB6-AB4B-CA27F824F7F1}">
      <dgm:prSet phldrT="[Text]"/>
      <dgm:spPr/>
      <dgm:t>
        <a:bodyPr/>
        <a:lstStyle/>
        <a:p>
          <a:r>
            <a:rPr lang="en-US" dirty="0"/>
            <a:t>University</a:t>
          </a:r>
          <a:endParaRPr lang="en-ZA" dirty="0"/>
        </a:p>
      </dgm:t>
    </dgm:pt>
    <dgm:pt modelId="{58063327-728A-4E6B-9870-D5189290066F}" type="parTrans" cxnId="{0FF0DAE3-A03D-4B7F-B641-2365FF55C72B}">
      <dgm:prSet/>
      <dgm:spPr/>
      <dgm:t>
        <a:bodyPr/>
        <a:lstStyle/>
        <a:p>
          <a:endParaRPr lang="en-ZA"/>
        </a:p>
      </dgm:t>
    </dgm:pt>
    <dgm:pt modelId="{01E2C400-938C-4702-B2AF-6711C8C51B9A}" type="sibTrans" cxnId="{0FF0DAE3-A03D-4B7F-B641-2365FF55C72B}">
      <dgm:prSet/>
      <dgm:spPr/>
      <dgm:t>
        <a:bodyPr/>
        <a:lstStyle/>
        <a:p>
          <a:endParaRPr lang="en-ZA"/>
        </a:p>
      </dgm:t>
    </dgm:pt>
    <dgm:pt modelId="{5F796043-CC03-4C30-BB27-DA6AE380BF6B}">
      <dgm:prSet phldrT="[Text]"/>
      <dgm:spPr/>
      <dgm:t>
        <a:bodyPr/>
        <a:lstStyle/>
        <a:p>
          <a:r>
            <a:rPr lang="en-US" dirty="0"/>
            <a:t>Work</a:t>
          </a:r>
          <a:endParaRPr lang="en-ZA" dirty="0"/>
        </a:p>
      </dgm:t>
    </dgm:pt>
    <dgm:pt modelId="{F6DBC0C9-1C69-4514-90E0-EB2F115A84BF}" type="parTrans" cxnId="{37CBCA01-18E4-4C2E-965F-54D155B4F19D}">
      <dgm:prSet/>
      <dgm:spPr/>
      <dgm:t>
        <a:bodyPr/>
        <a:lstStyle/>
        <a:p>
          <a:endParaRPr lang="en-ZA"/>
        </a:p>
      </dgm:t>
    </dgm:pt>
    <dgm:pt modelId="{C7F4B636-284B-49CD-B8C0-741D06ACD3CE}" type="sibTrans" cxnId="{37CBCA01-18E4-4C2E-965F-54D155B4F19D}">
      <dgm:prSet/>
      <dgm:spPr/>
      <dgm:t>
        <a:bodyPr/>
        <a:lstStyle/>
        <a:p>
          <a:endParaRPr lang="en-ZA"/>
        </a:p>
      </dgm:t>
    </dgm:pt>
    <dgm:pt modelId="{E4A9FC4C-A376-492B-B12D-FE23D52903D4}" type="pres">
      <dgm:prSet presAssocID="{A2EF0345-0E6B-4530-A4FD-9707CFBED10C}" presName="arrowDiagram" presStyleCnt="0">
        <dgm:presLayoutVars>
          <dgm:chMax val="5"/>
          <dgm:dir/>
          <dgm:resizeHandles val="exact"/>
        </dgm:presLayoutVars>
      </dgm:prSet>
      <dgm:spPr/>
    </dgm:pt>
    <dgm:pt modelId="{FD12BD1E-D305-45A7-B958-EACBEF7A6F97}" type="pres">
      <dgm:prSet presAssocID="{A2EF0345-0E6B-4530-A4FD-9707CFBED10C}" presName="arrow" presStyleLbl="bgShp" presStyleIdx="0" presStyleCnt="1" custScaleX="155173"/>
      <dgm:spPr/>
    </dgm:pt>
    <dgm:pt modelId="{202E8762-DCCF-4F99-9CCC-EDE663A83533}" type="pres">
      <dgm:prSet presAssocID="{A2EF0345-0E6B-4530-A4FD-9707CFBED10C}" presName="arrowDiagram3" presStyleCnt="0"/>
      <dgm:spPr/>
    </dgm:pt>
    <dgm:pt modelId="{77DDC215-1482-4CA1-BE2C-A92706BC73DE}" type="pres">
      <dgm:prSet presAssocID="{8D7BB612-B249-465E-81A6-30767E888107}" presName="bullet3a" presStyleLbl="node1" presStyleIdx="0" presStyleCnt="3"/>
      <dgm:spPr/>
    </dgm:pt>
    <dgm:pt modelId="{5D5D78BC-32F3-47CE-AF44-479099A760AD}" type="pres">
      <dgm:prSet presAssocID="{8D7BB612-B249-465E-81A6-30767E888107}" presName="textBox3a" presStyleLbl="revTx" presStyleIdx="0" presStyleCnt="3" custScaleX="181332" custLinFactNeighborX="49164" custLinFactNeighborY="-30041">
        <dgm:presLayoutVars>
          <dgm:bulletEnabled val="1"/>
        </dgm:presLayoutVars>
      </dgm:prSet>
      <dgm:spPr/>
    </dgm:pt>
    <dgm:pt modelId="{04D49763-23BB-46AE-874A-30822357E3D2}" type="pres">
      <dgm:prSet presAssocID="{73ACF5D1-8471-4DB6-AB4B-CA27F824F7F1}" presName="bullet3b" presStyleLbl="node1" presStyleIdx="1" presStyleCnt="3"/>
      <dgm:spPr/>
    </dgm:pt>
    <dgm:pt modelId="{E7356403-50AA-443B-A251-ACEBCD8C388C}" type="pres">
      <dgm:prSet presAssocID="{73ACF5D1-8471-4DB6-AB4B-CA27F824F7F1}" presName="textBox3b" presStyleLbl="revTx" presStyleIdx="1" presStyleCnt="3" custScaleX="159109" custLinFactNeighborX="29684" custLinFactNeighborY="-2483">
        <dgm:presLayoutVars>
          <dgm:bulletEnabled val="1"/>
        </dgm:presLayoutVars>
      </dgm:prSet>
      <dgm:spPr/>
    </dgm:pt>
    <dgm:pt modelId="{7CED917B-B014-41EB-8D54-A2488C3D3969}" type="pres">
      <dgm:prSet presAssocID="{5F796043-CC03-4C30-BB27-DA6AE380BF6B}" presName="bullet3c" presStyleLbl="node1" presStyleIdx="2" presStyleCnt="3"/>
      <dgm:spPr/>
    </dgm:pt>
    <dgm:pt modelId="{6E0586DA-0B11-431B-8F40-9D394D745390}" type="pres">
      <dgm:prSet presAssocID="{5F796043-CC03-4C30-BB27-DA6AE380BF6B}" presName="textBox3c" presStyleLbl="revTx" presStyleIdx="2" presStyleCnt="3">
        <dgm:presLayoutVars>
          <dgm:bulletEnabled val="1"/>
        </dgm:presLayoutVars>
      </dgm:prSet>
      <dgm:spPr/>
    </dgm:pt>
  </dgm:ptLst>
  <dgm:cxnLst>
    <dgm:cxn modelId="{37CBCA01-18E4-4C2E-965F-54D155B4F19D}" srcId="{A2EF0345-0E6B-4530-A4FD-9707CFBED10C}" destId="{5F796043-CC03-4C30-BB27-DA6AE380BF6B}" srcOrd="2" destOrd="0" parTransId="{F6DBC0C9-1C69-4514-90E0-EB2F115A84BF}" sibTransId="{C7F4B636-284B-49CD-B8C0-741D06ACD3CE}"/>
    <dgm:cxn modelId="{01DA4305-CF6C-4B6D-AE83-90A6982B95A4}" srcId="{A2EF0345-0E6B-4530-A4FD-9707CFBED10C}" destId="{8D7BB612-B249-465E-81A6-30767E888107}" srcOrd="0" destOrd="0" parTransId="{14D800C8-CE06-437A-9974-54EC02D91E3D}" sibTransId="{D6B79624-2DD8-4FA9-967B-55F32DE99E10}"/>
    <dgm:cxn modelId="{5A824D0C-10A1-44AA-B375-BB1537F047FE}" type="presOf" srcId="{5F796043-CC03-4C30-BB27-DA6AE380BF6B}" destId="{6E0586DA-0B11-431B-8F40-9D394D745390}" srcOrd="0" destOrd="0" presId="urn:microsoft.com/office/officeart/2005/8/layout/arrow2"/>
    <dgm:cxn modelId="{B282DA63-6B06-46BD-B7FB-228446B6AB96}" type="presOf" srcId="{A2EF0345-0E6B-4530-A4FD-9707CFBED10C}" destId="{E4A9FC4C-A376-492B-B12D-FE23D52903D4}" srcOrd="0" destOrd="0" presId="urn:microsoft.com/office/officeart/2005/8/layout/arrow2"/>
    <dgm:cxn modelId="{86206B5A-8D3C-4C9D-8941-554ED7DCD8B9}" type="presOf" srcId="{8D7BB612-B249-465E-81A6-30767E888107}" destId="{5D5D78BC-32F3-47CE-AF44-479099A760AD}" srcOrd="0" destOrd="0" presId="urn:microsoft.com/office/officeart/2005/8/layout/arrow2"/>
    <dgm:cxn modelId="{0FF0DAE3-A03D-4B7F-B641-2365FF55C72B}" srcId="{A2EF0345-0E6B-4530-A4FD-9707CFBED10C}" destId="{73ACF5D1-8471-4DB6-AB4B-CA27F824F7F1}" srcOrd="1" destOrd="0" parTransId="{58063327-728A-4E6B-9870-D5189290066F}" sibTransId="{01E2C400-938C-4702-B2AF-6711C8C51B9A}"/>
    <dgm:cxn modelId="{9847BEEF-5417-4F73-A352-D17C4ABD0DF8}" type="presOf" srcId="{73ACF5D1-8471-4DB6-AB4B-CA27F824F7F1}" destId="{E7356403-50AA-443B-A251-ACEBCD8C388C}" srcOrd="0" destOrd="0" presId="urn:microsoft.com/office/officeart/2005/8/layout/arrow2"/>
    <dgm:cxn modelId="{0EB1071F-495F-4733-8567-3447966D75C3}" type="presParOf" srcId="{E4A9FC4C-A376-492B-B12D-FE23D52903D4}" destId="{FD12BD1E-D305-45A7-B958-EACBEF7A6F97}" srcOrd="0" destOrd="0" presId="urn:microsoft.com/office/officeart/2005/8/layout/arrow2"/>
    <dgm:cxn modelId="{222D9A55-BF39-48EA-83EB-2BB37FF214A4}" type="presParOf" srcId="{E4A9FC4C-A376-492B-B12D-FE23D52903D4}" destId="{202E8762-DCCF-4F99-9CCC-EDE663A83533}" srcOrd="1" destOrd="0" presId="urn:microsoft.com/office/officeart/2005/8/layout/arrow2"/>
    <dgm:cxn modelId="{C92A7340-AB38-4A41-89F4-64ACFE34F913}" type="presParOf" srcId="{202E8762-DCCF-4F99-9CCC-EDE663A83533}" destId="{77DDC215-1482-4CA1-BE2C-A92706BC73DE}" srcOrd="0" destOrd="0" presId="urn:microsoft.com/office/officeart/2005/8/layout/arrow2"/>
    <dgm:cxn modelId="{9C68DABE-B205-4FE5-ABC5-195D507683EB}" type="presParOf" srcId="{202E8762-DCCF-4F99-9CCC-EDE663A83533}" destId="{5D5D78BC-32F3-47CE-AF44-479099A760AD}" srcOrd="1" destOrd="0" presId="urn:microsoft.com/office/officeart/2005/8/layout/arrow2"/>
    <dgm:cxn modelId="{4B867FC4-6949-4594-AFDF-5F308BDE1565}" type="presParOf" srcId="{202E8762-DCCF-4F99-9CCC-EDE663A83533}" destId="{04D49763-23BB-46AE-874A-30822357E3D2}" srcOrd="2" destOrd="0" presId="urn:microsoft.com/office/officeart/2005/8/layout/arrow2"/>
    <dgm:cxn modelId="{F347609F-B2A2-4C38-B9B0-EF173388D6FE}" type="presParOf" srcId="{202E8762-DCCF-4F99-9CCC-EDE663A83533}" destId="{E7356403-50AA-443B-A251-ACEBCD8C388C}" srcOrd="3" destOrd="0" presId="urn:microsoft.com/office/officeart/2005/8/layout/arrow2"/>
    <dgm:cxn modelId="{52025834-2ABF-4D56-9B90-C463F97576F9}" type="presParOf" srcId="{202E8762-DCCF-4F99-9CCC-EDE663A83533}" destId="{7CED917B-B014-41EB-8D54-A2488C3D3969}" srcOrd="4" destOrd="0" presId="urn:microsoft.com/office/officeart/2005/8/layout/arrow2"/>
    <dgm:cxn modelId="{E6BB1B37-8051-4BF8-BB2E-53DCD154172D}" type="presParOf" srcId="{202E8762-DCCF-4F99-9CCC-EDE663A83533}" destId="{6E0586DA-0B11-431B-8F40-9D394D745390}" srcOrd="5" destOrd="0" presId="urn:microsoft.com/office/officeart/2005/8/layout/arrow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75D2DB-0BAC-4962-8933-C2A1012FE0E1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ZA"/>
        </a:p>
      </dgm:t>
    </dgm:pt>
    <dgm:pt modelId="{173C2CFB-D2BC-41D5-A7E6-F9A675965416}">
      <dgm:prSet phldrT="[Text]"/>
      <dgm:spPr/>
      <dgm:t>
        <a:bodyPr/>
        <a:lstStyle/>
        <a:p>
          <a:r>
            <a:rPr lang="en-US" dirty="0"/>
            <a:t>Breaking down data</a:t>
          </a:r>
          <a:endParaRPr lang="en-ZA" dirty="0"/>
        </a:p>
      </dgm:t>
    </dgm:pt>
    <dgm:pt modelId="{74DDA0B9-C585-42EC-A32E-CE13ABCE1CAF}" type="parTrans" cxnId="{FF4B0498-DDA5-4C30-847F-42DA36690A55}">
      <dgm:prSet/>
      <dgm:spPr/>
      <dgm:t>
        <a:bodyPr/>
        <a:lstStyle/>
        <a:p>
          <a:endParaRPr lang="en-ZA"/>
        </a:p>
      </dgm:t>
    </dgm:pt>
    <dgm:pt modelId="{CDD9A185-9CAA-4C39-B0F3-B5C70DDACBBF}" type="sibTrans" cxnId="{FF4B0498-DDA5-4C30-847F-42DA36690A55}">
      <dgm:prSet/>
      <dgm:spPr/>
      <dgm:t>
        <a:bodyPr/>
        <a:lstStyle/>
        <a:p>
          <a:endParaRPr lang="en-ZA"/>
        </a:p>
      </dgm:t>
    </dgm:pt>
    <dgm:pt modelId="{842E0CD8-2396-4EF1-B45D-30F02C5748D2}">
      <dgm:prSet phldrT="[Text]"/>
      <dgm:spPr/>
      <dgm:t>
        <a:bodyPr/>
        <a:lstStyle/>
        <a:p>
          <a:r>
            <a:rPr lang="en-US" dirty="0"/>
            <a:t>Information is broken into smaller packets</a:t>
          </a:r>
          <a:endParaRPr lang="en-ZA" dirty="0"/>
        </a:p>
      </dgm:t>
    </dgm:pt>
    <dgm:pt modelId="{9B088773-FC2F-47E6-ADE2-4678CE3DFCB1}" type="parTrans" cxnId="{193A4D7A-7BC2-481E-AF19-9FBBD96D9A75}">
      <dgm:prSet/>
      <dgm:spPr/>
      <dgm:t>
        <a:bodyPr/>
        <a:lstStyle/>
        <a:p>
          <a:endParaRPr lang="en-ZA"/>
        </a:p>
      </dgm:t>
    </dgm:pt>
    <dgm:pt modelId="{18014D40-0EDD-48A3-8C5E-B12C09E9AD64}" type="sibTrans" cxnId="{193A4D7A-7BC2-481E-AF19-9FBBD96D9A75}">
      <dgm:prSet/>
      <dgm:spPr/>
      <dgm:t>
        <a:bodyPr/>
        <a:lstStyle/>
        <a:p>
          <a:endParaRPr lang="en-ZA"/>
        </a:p>
      </dgm:t>
    </dgm:pt>
    <dgm:pt modelId="{9DADA96A-BDC9-4B87-9CAB-1ECDAD7417DF}">
      <dgm:prSet phldrT="[Text]"/>
      <dgm:spPr/>
      <dgm:t>
        <a:bodyPr/>
        <a:lstStyle/>
        <a:p>
          <a:r>
            <a:rPr lang="en-US" dirty="0"/>
            <a:t>Addressing</a:t>
          </a:r>
          <a:endParaRPr lang="en-ZA" dirty="0"/>
        </a:p>
      </dgm:t>
    </dgm:pt>
    <dgm:pt modelId="{2A7557B0-A997-468D-9AC2-80C303389BBE}" type="parTrans" cxnId="{7D3E2BE5-F257-43A3-B637-ABAFCB4D8566}">
      <dgm:prSet/>
      <dgm:spPr/>
      <dgm:t>
        <a:bodyPr/>
        <a:lstStyle/>
        <a:p>
          <a:endParaRPr lang="en-ZA"/>
        </a:p>
      </dgm:t>
    </dgm:pt>
    <dgm:pt modelId="{4BB161B8-B731-4DA5-8564-69F2D571C8B8}" type="sibTrans" cxnId="{7D3E2BE5-F257-43A3-B637-ABAFCB4D8566}">
      <dgm:prSet/>
      <dgm:spPr/>
      <dgm:t>
        <a:bodyPr/>
        <a:lstStyle/>
        <a:p>
          <a:endParaRPr lang="en-ZA"/>
        </a:p>
      </dgm:t>
    </dgm:pt>
    <dgm:pt modelId="{CA504828-B3D1-4C65-9104-AC3ADADE350F}">
      <dgm:prSet phldrT="[Text]"/>
      <dgm:spPr/>
      <dgm:t>
        <a:bodyPr/>
        <a:lstStyle/>
        <a:p>
          <a:r>
            <a:rPr lang="en-US" dirty="0"/>
            <a:t>Each packet contains information like senders and recipient IP-Address</a:t>
          </a:r>
          <a:endParaRPr lang="en-ZA" dirty="0"/>
        </a:p>
      </dgm:t>
    </dgm:pt>
    <dgm:pt modelId="{477A2439-FF8E-4CCF-87A3-33B68B12EF9C}" type="parTrans" cxnId="{C21B3E43-29AC-478C-A7D6-C2E555207F07}">
      <dgm:prSet/>
      <dgm:spPr/>
      <dgm:t>
        <a:bodyPr/>
        <a:lstStyle/>
        <a:p>
          <a:endParaRPr lang="en-ZA"/>
        </a:p>
      </dgm:t>
    </dgm:pt>
    <dgm:pt modelId="{04473064-B5A8-4A41-B04F-89403F01CDE3}" type="sibTrans" cxnId="{C21B3E43-29AC-478C-A7D6-C2E555207F07}">
      <dgm:prSet/>
      <dgm:spPr/>
      <dgm:t>
        <a:bodyPr/>
        <a:lstStyle/>
        <a:p>
          <a:endParaRPr lang="en-ZA"/>
        </a:p>
      </dgm:t>
    </dgm:pt>
    <dgm:pt modelId="{4806C3B8-BB40-4799-B30B-4E95B847CFF7}">
      <dgm:prSet phldrT="[Text]"/>
      <dgm:spPr/>
      <dgm:t>
        <a:bodyPr/>
        <a:lstStyle/>
        <a:p>
          <a:r>
            <a:rPr lang="en-US" dirty="0"/>
            <a:t>Reassembly at destination</a:t>
          </a:r>
          <a:endParaRPr lang="en-ZA" dirty="0"/>
        </a:p>
      </dgm:t>
    </dgm:pt>
    <dgm:pt modelId="{044B7B77-53F7-43CC-9241-E2D2AAFBB998}" type="parTrans" cxnId="{1F9C6434-61F9-493F-B0EF-DB1532C701E0}">
      <dgm:prSet/>
      <dgm:spPr/>
      <dgm:t>
        <a:bodyPr/>
        <a:lstStyle/>
        <a:p>
          <a:endParaRPr lang="en-ZA"/>
        </a:p>
      </dgm:t>
    </dgm:pt>
    <dgm:pt modelId="{0AB0B2F0-980D-402E-95C4-F3AFAD000177}" type="sibTrans" cxnId="{1F9C6434-61F9-493F-B0EF-DB1532C701E0}">
      <dgm:prSet/>
      <dgm:spPr/>
      <dgm:t>
        <a:bodyPr/>
        <a:lstStyle/>
        <a:p>
          <a:endParaRPr lang="en-ZA"/>
        </a:p>
      </dgm:t>
    </dgm:pt>
    <dgm:pt modelId="{C0D78A0D-1BBC-4A5E-B732-244570BB074E}">
      <dgm:prSet phldrT="[Text]"/>
      <dgm:spPr/>
      <dgm:t>
        <a:bodyPr/>
        <a:lstStyle/>
        <a:p>
          <a:r>
            <a:rPr lang="en-US" dirty="0"/>
            <a:t>The packets are reassembled to recreate the data</a:t>
          </a:r>
          <a:endParaRPr lang="en-ZA" dirty="0"/>
        </a:p>
      </dgm:t>
    </dgm:pt>
    <dgm:pt modelId="{A0D3F6DC-FA87-4ED5-8F84-35B9439DBC0A}" type="parTrans" cxnId="{77F0DCBC-7BA3-435F-81D1-DAE10F05565A}">
      <dgm:prSet/>
      <dgm:spPr/>
      <dgm:t>
        <a:bodyPr/>
        <a:lstStyle/>
        <a:p>
          <a:endParaRPr lang="en-ZA"/>
        </a:p>
      </dgm:t>
    </dgm:pt>
    <dgm:pt modelId="{E31C9254-028F-47FF-ABB2-34AD6BCA9B0B}" type="sibTrans" cxnId="{77F0DCBC-7BA3-435F-81D1-DAE10F05565A}">
      <dgm:prSet/>
      <dgm:spPr/>
      <dgm:t>
        <a:bodyPr/>
        <a:lstStyle/>
        <a:p>
          <a:endParaRPr lang="en-ZA"/>
        </a:p>
      </dgm:t>
    </dgm:pt>
    <dgm:pt modelId="{E8D4CFBF-B3B9-4560-B162-344CC8BA6AE8}" type="pres">
      <dgm:prSet presAssocID="{4875D2DB-0BAC-4962-8933-C2A1012FE0E1}" presName="Name0" presStyleCnt="0">
        <dgm:presLayoutVars>
          <dgm:dir/>
          <dgm:animLvl val="lvl"/>
          <dgm:resizeHandles val="exact"/>
        </dgm:presLayoutVars>
      </dgm:prSet>
      <dgm:spPr/>
    </dgm:pt>
    <dgm:pt modelId="{EED61C2E-B657-4919-870A-10A3C3115F7A}" type="pres">
      <dgm:prSet presAssocID="{4875D2DB-0BAC-4962-8933-C2A1012FE0E1}" presName="tSp" presStyleCnt="0"/>
      <dgm:spPr/>
    </dgm:pt>
    <dgm:pt modelId="{0546FB6D-EF33-4240-8CF3-7464A8E120CC}" type="pres">
      <dgm:prSet presAssocID="{4875D2DB-0BAC-4962-8933-C2A1012FE0E1}" presName="bSp" presStyleCnt="0"/>
      <dgm:spPr/>
    </dgm:pt>
    <dgm:pt modelId="{3F64C5C5-8C70-4726-B9F2-68F19F9020EC}" type="pres">
      <dgm:prSet presAssocID="{4875D2DB-0BAC-4962-8933-C2A1012FE0E1}" presName="process" presStyleCnt="0"/>
      <dgm:spPr/>
    </dgm:pt>
    <dgm:pt modelId="{F08AE764-D812-4FE4-B292-E5FFFE64ECE3}" type="pres">
      <dgm:prSet presAssocID="{173C2CFB-D2BC-41D5-A7E6-F9A675965416}" presName="composite1" presStyleCnt="0"/>
      <dgm:spPr/>
    </dgm:pt>
    <dgm:pt modelId="{D116B15A-EF41-4420-8D15-366472D92442}" type="pres">
      <dgm:prSet presAssocID="{173C2CFB-D2BC-41D5-A7E6-F9A675965416}" presName="dummyNode1" presStyleLbl="node1" presStyleIdx="0" presStyleCnt="3"/>
      <dgm:spPr/>
    </dgm:pt>
    <dgm:pt modelId="{AD7F43FC-7522-4544-B35B-532DDD09F2F7}" type="pres">
      <dgm:prSet presAssocID="{173C2CFB-D2BC-41D5-A7E6-F9A675965416}" presName="childNode1" presStyleLbl="bgAcc1" presStyleIdx="0" presStyleCnt="3" custScaleX="285054">
        <dgm:presLayoutVars>
          <dgm:bulletEnabled val="1"/>
        </dgm:presLayoutVars>
      </dgm:prSet>
      <dgm:spPr/>
    </dgm:pt>
    <dgm:pt modelId="{EC5AFD84-CEC2-4820-8DCF-8462E0DFA462}" type="pres">
      <dgm:prSet presAssocID="{173C2CFB-D2BC-41D5-A7E6-F9A675965416}" presName="childNode1tx" presStyleLbl="bgAcc1" presStyleIdx="0" presStyleCnt="3">
        <dgm:presLayoutVars>
          <dgm:bulletEnabled val="1"/>
        </dgm:presLayoutVars>
      </dgm:prSet>
      <dgm:spPr/>
    </dgm:pt>
    <dgm:pt modelId="{BA3C77AF-4C36-4746-A4C3-8C6718BBAE8F}" type="pres">
      <dgm:prSet presAssocID="{173C2CFB-D2BC-41D5-A7E6-F9A675965416}" presName="parentNode1" presStyleLbl="node1" presStyleIdx="0" presStyleCnt="3" custScaleX="182157">
        <dgm:presLayoutVars>
          <dgm:chMax val="1"/>
          <dgm:bulletEnabled val="1"/>
        </dgm:presLayoutVars>
      </dgm:prSet>
      <dgm:spPr/>
    </dgm:pt>
    <dgm:pt modelId="{E87CAD46-AA48-4036-B432-F16E43279742}" type="pres">
      <dgm:prSet presAssocID="{173C2CFB-D2BC-41D5-A7E6-F9A675965416}" presName="connSite1" presStyleCnt="0"/>
      <dgm:spPr/>
    </dgm:pt>
    <dgm:pt modelId="{07629EB0-FE70-49BB-BCC1-1261DB875C42}" type="pres">
      <dgm:prSet presAssocID="{CDD9A185-9CAA-4C39-B0F3-B5C70DDACBBF}" presName="Name9" presStyleLbl="sibTrans2D1" presStyleIdx="0" presStyleCnt="2"/>
      <dgm:spPr/>
    </dgm:pt>
    <dgm:pt modelId="{4163BA8D-3808-4AB2-9F15-786BB08D9E83}" type="pres">
      <dgm:prSet presAssocID="{9DADA96A-BDC9-4B87-9CAB-1ECDAD7417DF}" presName="composite2" presStyleCnt="0"/>
      <dgm:spPr/>
    </dgm:pt>
    <dgm:pt modelId="{D2580BFA-B97D-4911-AA65-F58B69580EEC}" type="pres">
      <dgm:prSet presAssocID="{9DADA96A-BDC9-4B87-9CAB-1ECDAD7417DF}" presName="dummyNode2" presStyleLbl="node1" presStyleIdx="0" presStyleCnt="3"/>
      <dgm:spPr/>
    </dgm:pt>
    <dgm:pt modelId="{C1B76B03-E2CF-49B8-910E-B1B2204162E0}" type="pres">
      <dgm:prSet presAssocID="{9DADA96A-BDC9-4B87-9CAB-1ECDAD7417DF}" presName="childNode2" presStyleLbl="bgAcc1" presStyleIdx="1" presStyleCnt="3" custScaleX="341806">
        <dgm:presLayoutVars>
          <dgm:bulletEnabled val="1"/>
        </dgm:presLayoutVars>
      </dgm:prSet>
      <dgm:spPr/>
    </dgm:pt>
    <dgm:pt modelId="{87EFE9A1-7AC9-45B7-9D03-7DD13D624925}" type="pres">
      <dgm:prSet presAssocID="{9DADA96A-BDC9-4B87-9CAB-1ECDAD7417DF}" presName="childNode2tx" presStyleLbl="bgAcc1" presStyleIdx="1" presStyleCnt="3">
        <dgm:presLayoutVars>
          <dgm:bulletEnabled val="1"/>
        </dgm:presLayoutVars>
      </dgm:prSet>
      <dgm:spPr/>
    </dgm:pt>
    <dgm:pt modelId="{EBB17E16-38B1-4F91-A4D9-4CC2C3B16C79}" type="pres">
      <dgm:prSet presAssocID="{9DADA96A-BDC9-4B87-9CAB-1ECDAD7417DF}" presName="parentNode2" presStyleLbl="node1" presStyleIdx="1" presStyleCnt="3" custScaleX="158417">
        <dgm:presLayoutVars>
          <dgm:chMax val="0"/>
          <dgm:bulletEnabled val="1"/>
        </dgm:presLayoutVars>
      </dgm:prSet>
      <dgm:spPr/>
    </dgm:pt>
    <dgm:pt modelId="{4D08B982-0FB5-4169-9868-A1A36AD9B05A}" type="pres">
      <dgm:prSet presAssocID="{9DADA96A-BDC9-4B87-9CAB-1ECDAD7417DF}" presName="connSite2" presStyleCnt="0"/>
      <dgm:spPr/>
    </dgm:pt>
    <dgm:pt modelId="{2BCFDE79-75E1-4A8A-B44B-687495ED58EA}" type="pres">
      <dgm:prSet presAssocID="{4BB161B8-B731-4DA5-8564-69F2D571C8B8}" presName="Name18" presStyleLbl="sibTrans2D1" presStyleIdx="1" presStyleCnt="2"/>
      <dgm:spPr/>
    </dgm:pt>
    <dgm:pt modelId="{2CCDD4A3-B98C-4A8E-9865-18FEE15189A0}" type="pres">
      <dgm:prSet presAssocID="{4806C3B8-BB40-4799-B30B-4E95B847CFF7}" presName="composite1" presStyleCnt="0"/>
      <dgm:spPr/>
    </dgm:pt>
    <dgm:pt modelId="{C26E6D82-2E54-4C0D-A430-8762CFE3DD7C}" type="pres">
      <dgm:prSet presAssocID="{4806C3B8-BB40-4799-B30B-4E95B847CFF7}" presName="dummyNode1" presStyleLbl="node1" presStyleIdx="1" presStyleCnt="3"/>
      <dgm:spPr/>
    </dgm:pt>
    <dgm:pt modelId="{BA074CA2-4196-4D8C-8E12-1DFCC1FFE2D5}" type="pres">
      <dgm:prSet presAssocID="{4806C3B8-BB40-4799-B30B-4E95B847CFF7}" presName="childNode1" presStyleLbl="bgAcc1" presStyleIdx="2" presStyleCnt="3" custScaleX="314693" custScaleY="100516" custLinFactNeighborX="3313" custLinFactNeighborY="610">
        <dgm:presLayoutVars>
          <dgm:bulletEnabled val="1"/>
        </dgm:presLayoutVars>
      </dgm:prSet>
      <dgm:spPr/>
    </dgm:pt>
    <dgm:pt modelId="{59E5086A-D730-4818-9743-FA0D8EF11E77}" type="pres">
      <dgm:prSet presAssocID="{4806C3B8-BB40-4799-B30B-4E95B847CFF7}" presName="childNode1tx" presStyleLbl="bgAcc1" presStyleIdx="2" presStyleCnt="3">
        <dgm:presLayoutVars>
          <dgm:bulletEnabled val="1"/>
        </dgm:presLayoutVars>
      </dgm:prSet>
      <dgm:spPr/>
    </dgm:pt>
    <dgm:pt modelId="{B28FEA44-E3F1-4C30-95FA-FDBFBC02438C}" type="pres">
      <dgm:prSet presAssocID="{4806C3B8-BB40-4799-B30B-4E95B847CFF7}" presName="parentNode1" presStyleLbl="node1" presStyleIdx="2" presStyleCnt="3" custScaleX="226295">
        <dgm:presLayoutVars>
          <dgm:chMax val="1"/>
          <dgm:bulletEnabled val="1"/>
        </dgm:presLayoutVars>
      </dgm:prSet>
      <dgm:spPr/>
    </dgm:pt>
    <dgm:pt modelId="{33D241AB-663A-42C4-BCF2-6846F0E60ECB}" type="pres">
      <dgm:prSet presAssocID="{4806C3B8-BB40-4799-B30B-4E95B847CFF7}" presName="connSite1" presStyleCnt="0"/>
      <dgm:spPr/>
    </dgm:pt>
  </dgm:ptLst>
  <dgm:cxnLst>
    <dgm:cxn modelId="{536ADC01-67F7-4FF4-9F89-99E0B6DAA693}" type="presOf" srcId="{C0D78A0D-1BBC-4A5E-B732-244570BB074E}" destId="{59E5086A-D730-4818-9743-FA0D8EF11E77}" srcOrd="1" destOrd="0" presId="urn:microsoft.com/office/officeart/2005/8/layout/hProcess4"/>
    <dgm:cxn modelId="{8087B023-8262-497B-A49E-97CB8C81D1BA}" type="presOf" srcId="{C0D78A0D-1BBC-4A5E-B732-244570BB074E}" destId="{BA074CA2-4196-4D8C-8E12-1DFCC1FFE2D5}" srcOrd="0" destOrd="0" presId="urn:microsoft.com/office/officeart/2005/8/layout/hProcess4"/>
    <dgm:cxn modelId="{B8167529-A120-4CA5-B425-71DE09B2AA3E}" type="presOf" srcId="{173C2CFB-D2BC-41D5-A7E6-F9A675965416}" destId="{BA3C77AF-4C36-4746-A4C3-8C6718BBAE8F}" srcOrd="0" destOrd="0" presId="urn:microsoft.com/office/officeart/2005/8/layout/hProcess4"/>
    <dgm:cxn modelId="{1F9C6434-61F9-493F-B0EF-DB1532C701E0}" srcId="{4875D2DB-0BAC-4962-8933-C2A1012FE0E1}" destId="{4806C3B8-BB40-4799-B30B-4E95B847CFF7}" srcOrd="2" destOrd="0" parTransId="{044B7B77-53F7-43CC-9241-E2D2AAFBB998}" sibTransId="{0AB0B2F0-980D-402E-95C4-F3AFAD000177}"/>
    <dgm:cxn modelId="{37DF0A5E-0D5C-4287-B645-58E50A1C6C10}" type="presOf" srcId="{CDD9A185-9CAA-4C39-B0F3-B5C70DDACBBF}" destId="{07629EB0-FE70-49BB-BCC1-1261DB875C42}" srcOrd="0" destOrd="0" presId="urn:microsoft.com/office/officeart/2005/8/layout/hProcess4"/>
    <dgm:cxn modelId="{C21B3E43-29AC-478C-A7D6-C2E555207F07}" srcId="{9DADA96A-BDC9-4B87-9CAB-1ECDAD7417DF}" destId="{CA504828-B3D1-4C65-9104-AC3ADADE350F}" srcOrd="0" destOrd="0" parTransId="{477A2439-FF8E-4CCF-87A3-33B68B12EF9C}" sibTransId="{04473064-B5A8-4A41-B04F-89403F01CDE3}"/>
    <dgm:cxn modelId="{AF1DC545-CBDD-4834-982D-E5134BF2F36E}" type="presOf" srcId="{4875D2DB-0BAC-4962-8933-C2A1012FE0E1}" destId="{E8D4CFBF-B3B9-4560-B162-344CC8BA6AE8}" srcOrd="0" destOrd="0" presId="urn:microsoft.com/office/officeart/2005/8/layout/hProcess4"/>
    <dgm:cxn modelId="{39B9B759-8FD0-45BC-8C84-D505D70BD9DE}" type="presOf" srcId="{CA504828-B3D1-4C65-9104-AC3ADADE350F}" destId="{87EFE9A1-7AC9-45B7-9D03-7DD13D624925}" srcOrd="1" destOrd="0" presId="urn:microsoft.com/office/officeart/2005/8/layout/hProcess4"/>
    <dgm:cxn modelId="{193A4D7A-7BC2-481E-AF19-9FBBD96D9A75}" srcId="{173C2CFB-D2BC-41D5-A7E6-F9A675965416}" destId="{842E0CD8-2396-4EF1-B45D-30F02C5748D2}" srcOrd="0" destOrd="0" parTransId="{9B088773-FC2F-47E6-ADE2-4678CE3DFCB1}" sibTransId="{18014D40-0EDD-48A3-8C5E-B12C09E9AD64}"/>
    <dgm:cxn modelId="{40369B8B-F78B-414A-8D9C-A59406CE874C}" type="presOf" srcId="{4806C3B8-BB40-4799-B30B-4E95B847CFF7}" destId="{B28FEA44-E3F1-4C30-95FA-FDBFBC02438C}" srcOrd="0" destOrd="0" presId="urn:microsoft.com/office/officeart/2005/8/layout/hProcess4"/>
    <dgm:cxn modelId="{FF4B0498-DDA5-4C30-847F-42DA36690A55}" srcId="{4875D2DB-0BAC-4962-8933-C2A1012FE0E1}" destId="{173C2CFB-D2BC-41D5-A7E6-F9A675965416}" srcOrd="0" destOrd="0" parTransId="{74DDA0B9-C585-42EC-A32E-CE13ABCE1CAF}" sibTransId="{CDD9A185-9CAA-4C39-B0F3-B5C70DDACBBF}"/>
    <dgm:cxn modelId="{99DF659E-65CA-4B49-9ECB-362CAA3D7D1C}" type="presOf" srcId="{842E0CD8-2396-4EF1-B45D-30F02C5748D2}" destId="{EC5AFD84-CEC2-4820-8DCF-8462E0DFA462}" srcOrd="1" destOrd="0" presId="urn:microsoft.com/office/officeart/2005/8/layout/hProcess4"/>
    <dgm:cxn modelId="{45987BB1-4369-4992-ACCD-63E1DE06B33F}" type="presOf" srcId="{CA504828-B3D1-4C65-9104-AC3ADADE350F}" destId="{C1B76B03-E2CF-49B8-910E-B1B2204162E0}" srcOrd="0" destOrd="0" presId="urn:microsoft.com/office/officeart/2005/8/layout/hProcess4"/>
    <dgm:cxn modelId="{77F0DCBC-7BA3-435F-81D1-DAE10F05565A}" srcId="{4806C3B8-BB40-4799-B30B-4E95B847CFF7}" destId="{C0D78A0D-1BBC-4A5E-B732-244570BB074E}" srcOrd="0" destOrd="0" parTransId="{A0D3F6DC-FA87-4ED5-8F84-35B9439DBC0A}" sibTransId="{E31C9254-028F-47FF-ABB2-34AD6BCA9B0B}"/>
    <dgm:cxn modelId="{235A22D0-3CCB-4CD3-A0F9-FF1854B60903}" type="presOf" srcId="{9DADA96A-BDC9-4B87-9CAB-1ECDAD7417DF}" destId="{EBB17E16-38B1-4F91-A4D9-4CC2C3B16C79}" srcOrd="0" destOrd="0" presId="urn:microsoft.com/office/officeart/2005/8/layout/hProcess4"/>
    <dgm:cxn modelId="{903CEFD0-05A3-4B25-A53D-312CFF7D9B27}" type="presOf" srcId="{4BB161B8-B731-4DA5-8564-69F2D571C8B8}" destId="{2BCFDE79-75E1-4A8A-B44B-687495ED58EA}" srcOrd="0" destOrd="0" presId="urn:microsoft.com/office/officeart/2005/8/layout/hProcess4"/>
    <dgm:cxn modelId="{A90AA0D9-5095-442F-BB42-0AF4B9581EC2}" type="presOf" srcId="{842E0CD8-2396-4EF1-B45D-30F02C5748D2}" destId="{AD7F43FC-7522-4544-B35B-532DDD09F2F7}" srcOrd="0" destOrd="0" presId="urn:microsoft.com/office/officeart/2005/8/layout/hProcess4"/>
    <dgm:cxn modelId="{7D3E2BE5-F257-43A3-B637-ABAFCB4D8566}" srcId="{4875D2DB-0BAC-4962-8933-C2A1012FE0E1}" destId="{9DADA96A-BDC9-4B87-9CAB-1ECDAD7417DF}" srcOrd="1" destOrd="0" parTransId="{2A7557B0-A997-468D-9AC2-80C303389BBE}" sibTransId="{4BB161B8-B731-4DA5-8564-69F2D571C8B8}"/>
    <dgm:cxn modelId="{6950E4CF-71C9-40BC-A5BE-37CB687B21F0}" type="presParOf" srcId="{E8D4CFBF-B3B9-4560-B162-344CC8BA6AE8}" destId="{EED61C2E-B657-4919-870A-10A3C3115F7A}" srcOrd="0" destOrd="0" presId="urn:microsoft.com/office/officeart/2005/8/layout/hProcess4"/>
    <dgm:cxn modelId="{67A522D5-C35A-4F77-B7FF-633AB724F883}" type="presParOf" srcId="{E8D4CFBF-B3B9-4560-B162-344CC8BA6AE8}" destId="{0546FB6D-EF33-4240-8CF3-7464A8E120CC}" srcOrd="1" destOrd="0" presId="urn:microsoft.com/office/officeart/2005/8/layout/hProcess4"/>
    <dgm:cxn modelId="{5D24DE15-BFC0-490F-A309-E3FBAE68B05F}" type="presParOf" srcId="{E8D4CFBF-B3B9-4560-B162-344CC8BA6AE8}" destId="{3F64C5C5-8C70-4726-B9F2-68F19F9020EC}" srcOrd="2" destOrd="0" presId="urn:microsoft.com/office/officeart/2005/8/layout/hProcess4"/>
    <dgm:cxn modelId="{336CC08D-A95B-416D-B319-5514411A31C0}" type="presParOf" srcId="{3F64C5C5-8C70-4726-B9F2-68F19F9020EC}" destId="{F08AE764-D812-4FE4-B292-E5FFFE64ECE3}" srcOrd="0" destOrd="0" presId="urn:microsoft.com/office/officeart/2005/8/layout/hProcess4"/>
    <dgm:cxn modelId="{FB44AAF1-F751-4B03-91E0-D1DC3BE4A341}" type="presParOf" srcId="{F08AE764-D812-4FE4-B292-E5FFFE64ECE3}" destId="{D116B15A-EF41-4420-8D15-366472D92442}" srcOrd="0" destOrd="0" presId="urn:microsoft.com/office/officeart/2005/8/layout/hProcess4"/>
    <dgm:cxn modelId="{75936CE3-A1C9-4169-B5E4-1B3FEECD09E2}" type="presParOf" srcId="{F08AE764-D812-4FE4-B292-E5FFFE64ECE3}" destId="{AD7F43FC-7522-4544-B35B-532DDD09F2F7}" srcOrd="1" destOrd="0" presId="urn:microsoft.com/office/officeart/2005/8/layout/hProcess4"/>
    <dgm:cxn modelId="{500588F9-880D-411C-88D6-5CF960BC4804}" type="presParOf" srcId="{F08AE764-D812-4FE4-B292-E5FFFE64ECE3}" destId="{EC5AFD84-CEC2-4820-8DCF-8462E0DFA462}" srcOrd="2" destOrd="0" presId="urn:microsoft.com/office/officeart/2005/8/layout/hProcess4"/>
    <dgm:cxn modelId="{15274A03-CF3C-4E34-9CB4-1C0AEBBF7A10}" type="presParOf" srcId="{F08AE764-D812-4FE4-B292-E5FFFE64ECE3}" destId="{BA3C77AF-4C36-4746-A4C3-8C6718BBAE8F}" srcOrd="3" destOrd="0" presId="urn:microsoft.com/office/officeart/2005/8/layout/hProcess4"/>
    <dgm:cxn modelId="{4E167B72-4EF0-4787-89AC-61B2080690E8}" type="presParOf" srcId="{F08AE764-D812-4FE4-B292-E5FFFE64ECE3}" destId="{E87CAD46-AA48-4036-B432-F16E43279742}" srcOrd="4" destOrd="0" presId="urn:microsoft.com/office/officeart/2005/8/layout/hProcess4"/>
    <dgm:cxn modelId="{662FC46C-BAB5-4C50-82BE-F3B73DA28C2F}" type="presParOf" srcId="{3F64C5C5-8C70-4726-B9F2-68F19F9020EC}" destId="{07629EB0-FE70-49BB-BCC1-1261DB875C42}" srcOrd="1" destOrd="0" presId="urn:microsoft.com/office/officeart/2005/8/layout/hProcess4"/>
    <dgm:cxn modelId="{59EFE863-2C55-48B3-BE60-398199E0AA01}" type="presParOf" srcId="{3F64C5C5-8C70-4726-B9F2-68F19F9020EC}" destId="{4163BA8D-3808-4AB2-9F15-786BB08D9E83}" srcOrd="2" destOrd="0" presId="urn:microsoft.com/office/officeart/2005/8/layout/hProcess4"/>
    <dgm:cxn modelId="{47854554-3402-45DF-BEF6-87F3A625216E}" type="presParOf" srcId="{4163BA8D-3808-4AB2-9F15-786BB08D9E83}" destId="{D2580BFA-B97D-4911-AA65-F58B69580EEC}" srcOrd="0" destOrd="0" presId="urn:microsoft.com/office/officeart/2005/8/layout/hProcess4"/>
    <dgm:cxn modelId="{A9A70FE7-3B90-4EC6-BA8B-D7405D2D07D1}" type="presParOf" srcId="{4163BA8D-3808-4AB2-9F15-786BB08D9E83}" destId="{C1B76B03-E2CF-49B8-910E-B1B2204162E0}" srcOrd="1" destOrd="0" presId="urn:microsoft.com/office/officeart/2005/8/layout/hProcess4"/>
    <dgm:cxn modelId="{4CF404BA-DA9D-41D3-A9F5-B8BB20B9B238}" type="presParOf" srcId="{4163BA8D-3808-4AB2-9F15-786BB08D9E83}" destId="{87EFE9A1-7AC9-45B7-9D03-7DD13D624925}" srcOrd="2" destOrd="0" presId="urn:microsoft.com/office/officeart/2005/8/layout/hProcess4"/>
    <dgm:cxn modelId="{5C3D2B56-4659-4756-A68E-1021AA214EB6}" type="presParOf" srcId="{4163BA8D-3808-4AB2-9F15-786BB08D9E83}" destId="{EBB17E16-38B1-4F91-A4D9-4CC2C3B16C79}" srcOrd="3" destOrd="0" presId="urn:microsoft.com/office/officeart/2005/8/layout/hProcess4"/>
    <dgm:cxn modelId="{B1957BC6-A801-4E07-A350-204EDA806B23}" type="presParOf" srcId="{4163BA8D-3808-4AB2-9F15-786BB08D9E83}" destId="{4D08B982-0FB5-4169-9868-A1A36AD9B05A}" srcOrd="4" destOrd="0" presId="urn:microsoft.com/office/officeart/2005/8/layout/hProcess4"/>
    <dgm:cxn modelId="{28840A5C-0DF7-4D8C-9687-D8E8A885FE10}" type="presParOf" srcId="{3F64C5C5-8C70-4726-B9F2-68F19F9020EC}" destId="{2BCFDE79-75E1-4A8A-B44B-687495ED58EA}" srcOrd="3" destOrd="0" presId="urn:microsoft.com/office/officeart/2005/8/layout/hProcess4"/>
    <dgm:cxn modelId="{F71FEBB2-FC0F-4BC9-A629-8E2855329687}" type="presParOf" srcId="{3F64C5C5-8C70-4726-B9F2-68F19F9020EC}" destId="{2CCDD4A3-B98C-4A8E-9865-18FEE15189A0}" srcOrd="4" destOrd="0" presId="urn:microsoft.com/office/officeart/2005/8/layout/hProcess4"/>
    <dgm:cxn modelId="{6EAB6D8B-8225-4D58-8A17-399CEE2D3371}" type="presParOf" srcId="{2CCDD4A3-B98C-4A8E-9865-18FEE15189A0}" destId="{C26E6D82-2E54-4C0D-A430-8762CFE3DD7C}" srcOrd="0" destOrd="0" presId="urn:microsoft.com/office/officeart/2005/8/layout/hProcess4"/>
    <dgm:cxn modelId="{7B375076-739F-49BD-A3BF-5A9F07A9C143}" type="presParOf" srcId="{2CCDD4A3-B98C-4A8E-9865-18FEE15189A0}" destId="{BA074CA2-4196-4D8C-8E12-1DFCC1FFE2D5}" srcOrd="1" destOrd="0" presId="urn:microsoft.com/office/officeart/2005/8/layout/hProcess4"/>
    <dgm:cxn modelId="{F8841AE8-2C98-4B82-8732-49F1C0F88607}" type="presParOf" srcId="{2CCDD4A3-B98C-4A8E-9865-18FEE15189A0}" destId="{59E5086A-D730-4818-9743-FA0D8EF11E77}" srcOrd="2" destOrd="0" presId="urn:microsoft.com/office/officeart/2005/8/layout/hProcess4"/>
    <dgm:cxn modelId="{0CDF6C41-0321-4C3E-B7A0-5B282565D494}" type="presParOf" srcId="{2CCDD4A3-B98C-4A8E-9865-18FEE15189A0}" destId="{B28FEA44-E3F1-4C30-95FA-FDBFBC02438C}" srcOrd="3" destOrd="0" presId="urn:microsoft.com/office/officeart/2005/8/layout/hProcess4"/>
    <dgm:cxn modelId="{8D413248-0D8F-40BB-A3CF-F284748BEC14}" type="presParOf" srcId="{2CCDD4A3-B98C-4A8E-9865-18FEE15189A0}" destId="{33D241AB-663A-42C4-BCF2-6846F0E60ECB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7FDFE-5016-438E-87C6-F7FE6EE1023B}">
      <dsp:nvSpPr>
        <dsp:cNvPr id="0" name=""/>
        <dsp:cNvSpPr/>
      </dsp:nvSpPr>
      <dsp:spPr>
        <a:xfrm>
          <a:off x="433217" y="0"/>
          <a:ext cx="4909797" cy="156508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F67E36-16C7-4645-BF10-D0AFA816E97A}">
      <dsp:nvSpPr>
        <dsp:cNvPr id="0" name=""/>
        <dsp:cNvSpPr/>
      </dsp:nvSpPr>
      <dsp:spPr>
        <a:xfrm>
          <a:off x="114509" y="469525"/>
          <a:ext cx="1732869" cy="6260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School</a:t>
          </a:r>
          <a:endParaRPr lang="en-ZA" sz="2700" kern="1200" dirty="0"/>
        </a:p>
      </dsp:txBody>
      <dsp:txXfrm>
        <a:off x="145069" y="500085"/>
        <a:ext cx="1671749" cy="564914"/>
      </dsp:txXfrm>
    </dsp:sp>
    <dsp:sp modelId="{A8054F8E-9ACD-4C36-9AB2-31B9A3B0CF0D}">
      <dsp:nvSpPr>
        <dsp:cNvPr id="0" name=""/>
        <dsp:cNvSpPr/>
      </dsp:nvSpPr>
      <dsp:spPr>
        <a:xfrm>
          <a:off x="2021681" y="469525"/>
          <a:ext cx="1732869" cy="6260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University</a:t>
          </a:r>
          <a:endParaRPr lang="en-ZA" sz="2700" kern="1200" dirty="0"/>
        </a:p>
      </dsp:txBody>
      <dsp:txXfrm>
        <a:off x="2052241" y="500085"/>
        <a:ext cx="1671749" cy="564914"/>
      </dsp:txXfrm>
    </dsp:sp>
    <dsp:sp modelId="{7DE3BA4A-345B-4069-934F-243EB3125170}">
      <dsp:nvSpPr>
        <dsp:cNvPr id="0" name=""/>
        <dsp:cNvSpPr/>
      </dsp:nvSpPr>
      <dsp:spPr>
        <a:xfrm>
          <a:off x="3928853" y="469525"/>
          <a:ext cx="1732869" cy="62603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Work</a:t>
          </a:r>
          <a:endParaRPr lang="en-ZA" sz="2700" kern="1200" dirty="0"/>
        </a:p>
      </dsp:txBody>
      <dsp:txXfrm>
        <a:off x="3959413" y="500085"/>
        <a:ext cx="1671749" cy="5649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2BD1E-D305-45A7-B958-EACBEF7A6F97}">
      <dsp:nvSpPr>
        <dsp:cNvPr id="0" name=""/>
        <dsp:cNvSpPr/>
      </dsp:nvSpPr>
      <dsp:spPr>
        <a:xfrm>
          <a:off x="1282038" y="0"/>
          <a:ext cx="3340333" cy="1345407"/>
        </a:xfrm>
        <a:prstGeom prst="swooshArrow">
          <a:avLst>
            <a:gd name="adj1" fmla="val 25000"/>
            <a:gd name="adj2" fmla="val 25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DDC215-1482-4CA1-BE2C-A92706BC73DE}">
      <dsp:nvSpPr>
        <dsp:cNvPr id="0" name=""/>
        <dsp:cNvSpPr/>
      </dsp:nvSpPr>
      <dsp:spPr>
        <a:xfrm>
          <a:off x="2149266" y="928599"/>
          <a:ext cx="55968" cy="5596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5D78BC-32F3-47CE-AF44-479099A760AD}">
      <dsp:nvSpPr>
        <dsp:cNvPr id="0" name=""/>
        <dsp:cNvSpPr/>
      </dsp:nvSpPr>
      <dsp:spPr>
        <a:xfrm>
          <a:off x="2219874" y="839778"/>
          <a:ext cx="909502" cy="3888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657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School</a:t>
          </a:r>
          <a:endParaRPr lang="en-ZA" sz="1400" kern="1200" dirty="0"/>
        </a:p>
      </dsp:txBody>
      <dsp:txXfrm>
        <a:off x="2219874" y="839778"/>
        <a:ext cx="909502" cy="388822"/>
      </dsp:txXfrm>
    </dsp:sp>
    <dsp:sp modelId="{04D49763-23BB-46AE-874A-30822357E3D2}">
      <dsp:nvSpPr>
        <dsp:cNvPr id="0" name=""/>
        <dsp:cNvSpPr/>
      </dsp:nvSpPr>
      <dsp:spPr>
        <a:xfrm>
          <a:off x="2643300" y="562918"/>
          <a:ext cx="101174" cy="10117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56403-50AA-443B-A251-ACEBCD8C388C}">
      <dsp:nvSpPr>
        <dsp:cNvPr id="0" name=""/>
        <dsp:cNvSpPr/>
      </dsp:nvSpPr>
      <dsp:spPr>
        <a:xfrm>
          <a:off x="2694556" y="595332"/>
          <a:ext cx="822014" cy="7319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61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University</a:t>
          </a:r>
          <a:endParaRPr lang="en-ZA" sz="1300" kern="1200" dirty="0"/>
        </a:p>
      </dsp:txBody>
      <dsp:txXfrm>
        <a:off x="2694556" y="595332"/>
        <a:ext cx="822014" cy="731901"/>
      </dsp:txXfrm>
    </dsp:sp>
    <dsp:sp modelId="{7CED917B-B014-41EB-8D54-A2488C3D3969}">
      <dsp:nvSpPr>
        <dsp:cNvPr id="0" name=""/>
        <dsp:cNvSpPr/>
      </dsp:nvSpPr>
      <dsp:spPr>
        <a:xfrm>
          <a:off x="3237431" y="340387"/>
          <a:ext cx="139922" cy="1399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0586DA-0B11-431B-8F40-9D394D745390}">
      <dsp:nvSpPr>
        <dsp:cNvPr id="0" name=""/>
        <dsp:cNvSpPr/>
      </dsp:nvSpPr>
      <dsp:spPr>
        <a:xfrm>
          <a:off x="3307392" y="410349"/>
          <a:ext cx="516636" cy="9350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142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Work</a:t>
          </a:r>
          <a:endParaRPr lang="en-ZA" sz="1300" kern="1200" dirty="0"/>
        </a:p>
      </dsp:txBody>
      <dsp:txXfrm>
        <a:off x="3307392" y="410349"/>
        <a:ext cx="516636" cy="93505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7F43FC-7522-4544-B35B-532DDD09F2F7}">
      <dsp:nvSpPr>
        <dsp:cNvPr id="0" name=""/>
        <dsp:cNvSpPr/>
      </dsp:nvSpPr>
      <dsp:spPr>
        <a:xfrm>
          <a:off x="274955" y="432725"/>
          <a:ext cx="2873768" cy="831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28575" rIns="28575" bIns="28575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Information is broken into smaller packets</a:t>
          </a:r>
          <a:endParaRPr lang="en-ZA" sz="1500" kern="1200" dirty="0"/>
        </a:p>
      </dsp:txBody>
      <dsp:txXfrm>
        <a:off x="294090" y="451860"/>
        <a:ext cx="2835498" cy="615060"/>
      </dsp:txXfrm>
    </dsp:sp>
    <dsp:sp modelId="{07629EB0-FE70-49BB-BCC1-1261DB875C42}">
      <dsp:nvSpPr>
        <dsp:cNvPr id="0" name=""/>
        <dsp:cNvSpPr/>
      </dsp:nvSpPr>
      <dsp:spPr>
        <a:xfrm>
          <a:off x="1503096" y="-1545892"/>
          <a:ext cx="4084817" cy="4084817"/>
        </a:xfrm>
        <a:prstGeom prst="leftCircularArrow">
          <a:avLst>
            <a:gd name="adj1" fmla="val 2868"/>
            <a:gd name="adj2" fmla="val 350595"/>
            <a:gd name="adj3" fmla="val 2126106"/>
            <a:gd name="adj4" fmla="val 9024489"/>
            <a:gd name="adj5" fmla="val 334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C77AF-4C36-4746-A4C3-8C6718BBAE8F}">
      <dsp:nvSpPr>
        <dsp:cNvPr id="0" name=""/>
        <dsp:cNvSpPr/>
      </dsp:nvSpPr>
      <dsp:spPr>
        <a:xfrm>
          <a:off x="1063681" y="1086056"/>
          <a:ext cx="1632367" cy="356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Breaking down data</a:t>
          </a:r>
          <a:endParaRPr lang="en-ZA" sz="1300" kern="1200" dirty="0"/>
        </a:p>
      </dsp:txBody>
      <dsp:txXfrm>
        <a:off x="1074118" y="1096493"/>
        <a:ext cx="1611493" cy="335488"/>
      </dsp:txXfrm>
    </dsp:sp>
    <dsp:sp modelId="{C1B76B03-E2CF-49B8-910E-B1B2204162E0}">
      <dsp:nvSpPr>
        <dsp:cNvPr id="0" name=""/>
        <dsp:cNvSpPr/>
      </dsp:nvSpPr>
      <dsp:spPr>
        <a:xfrm>
          <a:off x="3706622" y="432725"/>
          <a:ext cx="3445912" cy="8315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Each packet contains information like senders and recipient IP-Address</a:t>
          </a:r>
          <a:endParaRPr lang="en-ZA" sz="1400" kern="1200" dirty="0"/>
        </a:p>
      </dsp:txBody>
      <dsp:txXfrm>
        <a:off x="3725757" y="630041"/>
        <a:ext cx="3407642" cy="615060"/>
      </dsp:txXfrm>
    </dsp:sp>
    <dsp:sp modelId="{2BCFDE79-75E1-4A8A-B44B-687495ED58EA}">
      <dsp:nvSpPr>
        <dsp:cNvPr id="0" name=""/>
        <dsp:cNvSpPr/>
      </dsp:nvSpPr>
      <dsp:spPr>
        <a:xfrm>
          <a:off x="5197286" y="-925244"/>
          <a:ext cx="4423863" cy="4423863"/>
        </a:xfrm>
        <a:prstGeom prst="circularArrow">
          <a:avLst>
            <a:gd name="adj1" fmla="val 2648"/>
            <a:gd name="adj2" fmla="val 322068"/>
            <a:gd name="adj3" fmla="val 19507215"/>
            <a:gd name="adj4" fmla="val 12580305"/>
            <a:gd name="adj5" fmla="val 309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B17E16-38B1-4F91-A4D9-4CC2C3B16C79}">
      <dsp:nvSpPr>
        <dsp:cNvPr id="0" name=""/>
        <dsp:cNvSpPr/>
      </dsp:nvSpPr>
      <dsp:spPr>
        <a:xfrm>
          <a:off x="4887790" y="254544"/>
          <a:ext cx="1419625" cy="356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16510" rIns="24765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Addressing</a:t>
          </a:r>
          <a:endParaRPr lang="en-ZA" sz="1300" kern="1200" dirty="0"/>
        </a:p>
      </dsp:txBody>
      <dsp:txXfrm>
        <a:off x="4898227" y="264981"/>
        <a:ext cx="1398751" cy="335488"/>
      </dsp:txXfrm>
    </dsp:sp>
    <dsp:sp modelId="{BA074CA2-4196-4D8C-8E12-1DFCC1FFE2D5}">
      <dsp:nvSpPr>
        <dsp:cNvPr id="0" name=""/>
        <dsp:cNvSpPr/>
      </dsp:nvSpPr>
      <dsp:spPr>
        <a:xfrm>
          <a:off x="7743833" y="435667"/>
          <a:ext cx="3172573" cy="835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The packets are reassembled to recreate the data</a:t>
          </a:r>
          <a:endParaRPr lang="en-ZA" sz="1400" kern="1200" dirty="0"/>
        </a:p>
      </dsp:txBody>
      <dsp:txXfrm>
        <a:off x="7763067" y="454901"/>
        <a:ext cx="3134105" cy="618233"/>
      </dsp:txXfrm>
    </dsp:sp>
    <dsp:sp modelId="{B28FEA44-E3F1-4C30-95FA-FDBFBC02438C}">
      <dsp:nvSpPr>
        <dsp:cNvPr id="0" name=""/>
        <dsp:cNvSpPr/>
      </dsp:nvSpPr>
      <dsp:spPr>
        <a:xfrm>
          <a:off x="8450793" y="1086071"/>
          <a:ext cx="2027902" cy="35636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15240" rIns="2286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Reassembly at destination</a:t>
          </a:r>
          <a:endParaRPr lang="en-ZA" sz="1200" kern="1200" dirty="0"/>
        </a:p>
      </dsp:txBody>
      <dsp:txXfrm>
        <a:off x="8461230" y="1096508"/>
        <a:ext cx="2007028" cy="3354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666829"/>
            <a:ext cx="10993549" cy="1189691"/>
          </a:xfrm>
        </p:spPr>
        <p:txBody>
          <a:bodyPr>
            <a:normAutofit/>
          </a:bodyPr>
          <a:lstStyle/>
          <a:p>
            <a:r>
              <a:rPr lang="en-US" dirty="0"/>
              <a:t>The interconnect of everything</a:t>
            </a:r>
            <a:br>
              <a:rPr lang="en-US" dirty="0"/>
            </a:br>
            <a:r>
              <a:rPr lang="en-US" sz="2800" dirty="0" err="1">
                <a:solidFill>
                  <a:schemeClr val="bg2">
                    <a:lumMod val="75000"/>
                  </a:schemeClr>
                </a:solidFill>
              </a:rPr>
              <a:t>em</a:t>
            </a:r>
            <a:r>
              <a:rPr lang="en-US" sz="2800" dirty="0">
                <a:solidFill>
                  <a:schemeClr val="bg2">
                    <a:lumMod val="75000"/>
                  </a:schemeClr>
                </a:solidFill>
              </a:rPr>
              <a:t>, enceladux-1, week2.1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230815"/>
            <a:ext cx="10993546" cy="732863"/>
          </a:xfrm>
        </p:spPr>
        <p:txBody>
          <a:bodyPr>
            <a:normAutofit/>
          </a:bodyPr>
          <a:lstStyle/>
          <a:p>
            <a:r>
              <a:rPr lang="en-US" dirty="0"/>
              <a:t>THABO PS, RETSAMAILE CS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Picture 5" descr="abstract image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2783012"/>
            <a:ext cx="11260667" cy="360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86713"/>
          </a:xfrm>
        </p:spPr>
        <p:txBody>
          <a:bodyPr/>
          <a:lstStyle/>
          <a:p>
            <a:r>
              <a:rPr lang="en-US" dirty="0"/>
              <a:t>COMMUNICATION AND INFORMATION FLOW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7DFEF-FF10-46A7-4586-C34C5B50DE4D}"/>
              </a:ext>
            </a:extLst>
          </p:cNvPr>
          <p:cNvSpPr txBox="1"/>
          <p:nvPr/>
        </p:nvSpPr>
        <p:spPr>
          <a:xfrm>
            <a:off x="1458686" y="1591772"/>
            <a:ext cx="92746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One of the most important things about technology is that allows for easy access to </a:t>
            </a:r>
            <a:r>
              <a:rPr lang="en-US" sz="1600" dirty="0">
                <a:highlight>
                  <a:srgbClr val="FFFF00"/>
                </a:highlight>
              </a:rPr>
              <a:t>information</a:t>
            </a:r>
          </a:p>
          <a:p>
            <a:endParaRPr lang="en-US" sz="1600" dirty="0">
              <a:highlight>
                <a:srgbClr val="FFFF00"/>
              </a:highlight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1F3DC7B-0362-96ED-1107-B0276FC3F0EA}"/>
              </a:ext>
            </a:extLst>
          </p:cNvPr>
          <p:cNvSpPr/>
          <p:nvPr/>
        </p:nvSpPr>
        <p:spPr>
          <a:xfrm>
            <a:off x="8584474" y="822683"/>
            <a:ext cx="3651068" cy="64633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Information allows for innovation, and informed decision making</a:t>
            </a:r>
            <a:endParaRPr lang="en-ZA" sz="9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0D8BE1-9A2C-34DA-34CD-1E1EB83C3EA2}"/>
              </a:ext>
            </a:extLst>
          </p:cNvPr>
          <p:cNvSpPr txBox="1"/>
          <p:nvPr/>
        </p:nvSpPr>
        <p:spPr>
          <a:xfrm>
            <a:off x="1458686" y="2046822"/>
            <a:ext cx="985810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 example, access to information about health and education allows people to make better choices for themselves.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400" dirty="0"/>
              <a:t>Access to information also allows for </a:t>
            </a:r>
            <a:r>
              <a:rPr lang="en-ZA" sz="1400" dirty="0">
                <a:solidFill>
                  <a:schemeClr val="accent3"/>
                </a:solidFill>
              </a:rPr>
              <a:t>productivity</a:t>
            </a:r>
            <a:r>
              <a:rPr lang="en-ZA" sz="1400" dirty="0"/>
              <a:t>, </a:t>
            </a:r>
            <a:r>
              <a:rPr lang="en-ZA" sz="1400" dirty="0">
                <a:solidFill>
                  <a:srgbClr val="FF0000"/>
                </a:solidFill>
              </a:rPr>
              <a:t>growth</a:t>
            </a:r>
            <a:r>
              <a:rPr lang="en-ZA" sz="1400" dirty="0"/>
              <a:t> and </a:t>
            </a:r>
            <a:r>
              <a:rPr lang="en-ZA" sz="1400" dirty="0">
                <a:solidFill>
                  <a:schemeClr val="accent2">
                    <a:lumMod val="75000"/>
                  </a:schemeClr>
                </a:solidFill>
              </a:rPr>
              <a:t>innovation.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Technology also allows for easy communication across great distances.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A062A2-4697-282F-D271-DFE4F87B7208}"/>
              </a:ext>
            </a:extLst>
          </p:cNvPr>
          <p:cNvCxnSpPr/>
          <p:nvPr/>
        </p:nvCxnSpPr>
        <p:spPr>
          <a:xfrm flipV="1">
            <a:off x="9126583" y="1469014"/>
            <a:ext cx="209006" cy="150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853131C3-92FD-EFC7-B9A4-9D322496F3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2294860"/>
              </p:ext>
            </p:extLst>
          </p:nvPr>
        </p:nvGraphicFramePr>
        <p:xfrm>
          <a:off x="611505" y="3073193"/>
          <a:ext cx="5776232" cy="15650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6A10EBBB-F0EA-8F6C-A516-44C407783C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74509613"/>
              </p:ext>
            </p:extLst>
          </p:nvPr>
        </p:nvGraphicFramePr>
        <p:xfrm>
          <a:off x="6174377" y="3216428"/>
          <a:ext cx="5904411" cy="1345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E1B571E9-5572-9CC4-466B-BABB7070F693}"/>
              </a:ext>
            </a:extLst>
          </p:cNvPr>
          <p:cNvSpPr txBox="1"/>
          <p:nvPr/>
        </p:nvSpPr>
        <p:spPr>
          <a:xfrm>
            <a:off x="1458686" y="4705070"/>
            <a:ext cx="91831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Imagine the arrow represents opportunities based on the information you consume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more you consume information, the more opportunities you can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simplicity, a person who only knows about one university course will only aim for that course. Even if it is not what they </a:t>
            </a:r>
            <a:r>
              <a:rPr lang="en-US" sz="1600" dirty="0">
                <a:solidFill>
                  <a:srgbClr val="0070C0"/>
                </a:solidFill>
              </a:rPr>
              <a:t>like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So, this is the most basic importance of technology.</a:t>
            </a:r>
            <a:endParaRPr lang="en-ZA" sz="1600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BB500-AF1E-BF54-D13B-1209C1E71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08335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the internet work?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6979-F733-DD61-E67F-0F823EA20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03" y="1210492"/>
            <a:ext cx="11029615" cy="1689462"/>
          </a:xfrm>
        </p:spPr>
        <p:txBody>
          <a:bodyPr/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 internet is a global </a:t>
            </a:r>
            <a:r>
              <a:rPr lang="en-US" altLang="en-US" sz="16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network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that connects computers through physical cables, wireless signals, and </a:t>
            </a:r>
            <a:r>
              <a:rPr lang="en-US" altLang="en-US" sz="1600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</a:rPr>
              <a:t>satellites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These connected computers are called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servers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 — they store the information we search for online.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We communicate with servers via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Internet Service Providers (ISPs)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, using </a:t>
            </a:r>
            <a:r>
              <a:rPr lang="en-US" altLang="en-US" sz="1600" b="1" dirty="0">
                <a:solidFill>
                  <a:schemeClr val="tx1"/>
                </a:solidFill>
                <a:latin typeface="Arial" panose="020B0604020202020204" pitchFamily="34" charset="0"/>
              </a:rPr>
              <a:t>IP addresses</a:t>
            </a:r>
            <a:r>
              <a:rPr lang="en-US" altLang="en-US" sz="1600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ZA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26FEBB4-B5D7-3124-9AD3-6E3ADAC99256}"/>
              </a:ext>
            </a:extLst>
          </p:cNvPr>
          <p:cNvCxnSpPr>
            <a:cxnSpLocks/>
          </p:cNvCxnSpPr>
          <p:nvPr/>
        </p:nvCxnSpPr>
        <p:spPr>
          <a:xfrm flipH="1">
            <a:off x="5730238" y="2455817"/>
            <a:ext cx="365760" cy="121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3E723D35-14D2-6600-DD68-7DD7DF5A5850}"/>
              </a:ext>
            </a:extLst>
          </p:cNvPr>
          <p:cNvSpPr/>
          <p:nvPr/>
        </p:nvSpPr>
        <p:spPr>
          <a:xfrm>
            <a:off x="1983946" y="2516776"/>
            <a:ext cx="4214948" cy="957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These companies that provides us with access to the internet</a:t>
            </a:r>
            <a:endParaRPr lang="en-ZA" sz="14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6BCDCC-E222-4007-9824-7B4D2F1AC6E4}"/>
              </a:ext>
            </a:extLst>
          </p:cNvPr>
          <p:cNvCxnSpPr/>
          <p:nvPr/>
        </p:nvCxnSpPr>
        <p:spPr>
          <a:xfrm>
            <a:off x="9075473" y="2438400"/>
            <a:ext cx="139337" cy="1915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4CDC2EC9-D2D6-730C-7AFA-581D1339F710}"/>
              </a:ext>
            </a:extLst>
          </p:cNvPr>
          <p:cNvSpPr/>
          <p:nvPr/>
        </p:nvSpPr>
        <p:spPr>
          <a:xfrm>
            <a:off x="6992984" y="2708363"/>
            <a:ext cx="4443653" cy="95794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 unique address that identifies which machines are accessing the internet and what information they need.</a:t>
            </a:r>
            <a:endParaRPr lang="en-ZA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178E7B-B542-87E2-C59A-8A1CC649E6C0}"/>
              </a:ext>
            </a:extLst>
          </p:cNvPr>
          <p:cNvSpPr txBox="1"/>
          <p:nvPr/>
        </p:nvSpPr>
        <p:spPr>
          <a:xfrm>
            <a:off x="836023" y="3866606"/>
            <a:ext cx="104502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 </a:t>
            </a:r>
            <a:r>
              <a:rPr lang="en-US" sz="1200" b="1" dirty="0"/>
              <a:t>network</a:t>
            </a:r>
            <a:r>
              <a:rPr lang="en-US" sz="1200" dirty="0"/>
              <a:t> is a group of computers or devices (like phones or tablets) that are connected together so they can share information.</a:t>
            </a:r>
          </a:p>
          <a:p>
            <a:r>
              <a:rPr lang="en-US" sz="1200" dirty="0"/>
              <a:t>The information we are talking about is data </a:t>
            </a:r>
            <a:endParaRPr lang="en-ZA" sz="1200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6A0E914A-7824-C8AB-CDAE-8AD5153B6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394631"/>
              </p:ext>
            </p:extLst>
          </p:nvPr>
        </p:nvGraphicFramePr>
        <p:xfrm>
          <a:off x="694402" y="4441370"/>
          <a:ext cx="11157963" cy="169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7782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165BF-093D-B1DE-229E-E2C64C0F3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21547"/>
          </a:xfrm>
        </p:spPr>
        <p:txBody>
          <a:bodyPr/>
          <a:lstStyle/>
          <a:p>
            <a:r>
              <a:rPr lang="en-US" dirty="0"/>
              <a:t>How do we explore the internet?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6A2C0-D9D1-1C94-CF5F-3C61AFBB5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410790"/>
            <a:ext cx="11029615" cy="2290354"/>
          </a:xfrm>
        </p:spPr>
        <p:txBody>
          <a:bodyPr/>
          <a:lstStyle/>
          <a:p>
            <a:r>
              <a:rPr lang="en-US" dirty="0"/>
              <a:t>The internet holds an enormous amount of information — from videos and articles to pictures and websites.</a:t>
            </a:r>
          </a:p>
          <a:p>
            <a:r>
              <a:rPr lang="en-US" dirty="0"/>
              <a:t>This information is stored on web pages, each with its own 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URL (Uniform Resource Locator) </a:t>
            </a:r>
            <a:r>
              <a:rPr lang="en-US" dirty="0"/>
              <a:t>— which is like the address of that page. But we don’t need to memorize these addresses. </a:t>
            </a:r>
          </a:p>
          <a:p>
            <a:r>
              <a:rPr lang="en-US" dirty="0"/>
              <a:t>Instead, we use search engines like Google, Bing, or DuckDuckGo to help us find what we’re looking for.</a:t>
            </a:r>
          </a:p>
          <a:p>
            <a:r>
              <a:rPr lang="en-US" dirty="0"/>
              <a:t>A search engine works like a librarian — you type in what you want, and it searches through millions of web pages to give you the most relevant ones.</a:t>
            </a:r>
            <a:endParaRPr lang="en-Z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672A41-0072-D508-2C24-ACFD45584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746" y="3788231"/>
            <a:ext cx="8582507" cy="260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058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3712E-3607-D0C6-437E-9CB0201BB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472980"/>
          </a:xfrm>
        </p:spPr>
        <p:txBody>
          <a:bodyPr>
            <a:normAutofit fontScale="90000"/>
          </a:bodyPr>
          <a:lstStyle/>
          <a:p>
            <a:r>
              <a:rPr lang="en-US" dirty="0"/>
              <a:t>Using the google search engine</a:t>
            </a:r>
            <a:endParaRPr lang="en-ZA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D18F31-10CE-8503-D77F-01DC6CE490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1192" y="1245326"/>
            <a:ext cx="11029616" cy="5025367"/>
          </a:xfr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163A676-FAB5-E717-CBD5-36A8D3F8193D}"/>
              </a:ext>
            </a:extLst>
          </p:cNvPr>
          <p:cNvCxnSpPr>
            <a:cxnSpLocks/>
          </p:cNvCxnSpPr>
          <p:nvPr/>
        </p:nvCxnSpPr>
        <p:spPr>
          <a:xfrm>
            <a:off x="4911634" y="3758009"/>
            <a:ext cx="4981303" cy="831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17C882-0C74-2B1C-9BA1-EBDCB76259DD}"/>
              </a:ext>
            </a:extLst>
          </p:cNvPr>
          <p:cNvCxnSpPr>
            <a:cxnSpLocks/>
          </p:cNvCxnSpPr>
          <p:nvPr/>
        </p:nvCxnSpPr>
        <p:spPr>
          <a:xfrm flipV="1">
            <a:off x="6322423" y="4589417"/>
            <a:ext cx="3570514" cy="55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8796DAA-DC1A-4534-84C0-1CC9FEFBF060}"/>
              </a:ext>
            </a:extLst>
          </p:cNvPr>
          <p:cNvCxnSpPr/>
          <p:nvPr/>
        </p:nvCxnSpPr>
        <p:spPr>
          <a:xfrm>
            <a:off x="5573486" y="1765662"/>
            <a:ext cx="3857897" cy="938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E5394C53-2EAD-B907-17A4-0795CCB72B76}"/>
              </a:ext>
            </a:extLst>
          </p:cNvPr>
          <p:cNvSpPr/>
          <p:nvPr/>
        </p:nvSpPr>
        <p:spPr>
          <a:xfrm>
            <a:off x="9471712" y="2472713"/>
            <a:ext cx="2098766" cy="435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Search Bar</a:t>
            </a:r>
            <a:endParaRPr lang="en-ZA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9AEB44-0F6F-3400-D499-713A70333E07}"/>
              </a:ext>
            </a:extLst>
          </p:cNvPr>
          <p:cNvSpPr/>
          <p:nvPr/>
        </p:nvSpPr>
        <p:spPr>
          <a:xfrm>
            <a:off x="9951825" y="4425871"/>
            <a:ext cx="2098766" cy="435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Links to webpages 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8663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CF3CC-3249-E5BF-D1B5-4EF6E889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691215"/>
          </a:xfrm>
        </p:spPr>
        <p:txBody>
          <a:bodyPr/>
          <a:lstStyle/>
          <a:p>
            <a:r>
              <a:rPr lang="en-US" dirty="0"/>
              <a:t>ACTIVITY!!</a:t>
            </a:r>
            <a:endParaRPr lang="en-ZA" dirty="0"/>
          </a:p>
        </p:txBody>
      </p:sp>
      <p:pic>
        <p:nvPicPr>
          <p:cNvPr id="5" name="Content Placeholder 4" descr="Angel face with solid fill with solid fill">
            <a:extLst>
              <a:ext uri="{FF2B5EF4-FFF2-40B4-BE49-F238E27FC236}">
                <a16:creationId xmlns:a16="http://schemas.microsoft.com/office/drawing/2014/main" id="{CF904FF6-22A0-1F13-BE12-23FC845C1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51463" y="895865"/>
            <a:ext cx="914400" cy="49750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059869-EBE7-BFE7-508D-429984861D84}"/>
              </a:ext>
            </a:extLst>
          </p:cNvPr>
          <p:cNvSpPr txBox="1"/>
          <p:nvPr/>
        </p:nvSpPr>
        <p:spPr>
          <a:xfrm>
            <a:off x="783771" y="1680754"/>
            <a:ext cx="11029616" cy="1754326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Using search engines…</a:t>
            </a:r>
          </a:p>
          <a:p>
            <a:pPr marL="342900" indent="-342900">
              <a:buAutoNum type="arabicPeriod"/>
            </a:pPr>
            <a:r>
              <a:rPr lang="en-US" dirty="0"/>
              <a:t>Use the google search engine to navigate to the </a:t>
            </a:r>
            <a:r>
              <a:rPr lang="en-US" dirty="0" err="1"/>
              <a:t>siyavula</a:t>
            </a:r>
            <a:r>
              <a:rPr lang="en-US" dirty="0"/>
              <a:t> web page.</a:t>
            </a:r>
          </a:p>
          <a:p>
            <a:pPr marL="342900" indent="-342900">
              <a:buAutoNum type="arabicPeriod"/>
            </a:pPr>
            <a:r>
              <a:rPr lang="en-US" dirty="0"/>
              <a:t>Navigate to the textbook pane and choose the mathematics option</a:t>
            </a:r>
          </a:p>
          <a:p>
            <a:pPr marL="342900" indent="-342900">
              <a:buAutoNum type="arabicPeriod"/>
            </a:pPr>
            <a:r>
              <a:rPr lang="en-US" dirty="0"/>
              <a:t>Select the grade 7 textbook to access its contents</a:t>
            </a:r>
          </a:p>
          <a:p>
            <a:pPr marL="342900" indent="-342900">
              <a:buAutoNum type="arabicPeriod"/>
            </a:pPr>
            <a:endParaRPr lang="en-US" dirty="0"/>
          </a:p>
          <a:p>
            <a:r>
              <a:rPr lang="en-US" dirty="0"/>
              <a:t>This activity outlines how easy it is to access resources using the internet</a:t>
            </a:r>
            <a:r>
              <a:rPr lang="en-ZA" dirty="0"/>
              <a:t>!!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87314-F9F6-CECF-80D4-87F172E93FE0}"/>
              </a:ext>
            </a:extLst>
          </p:cNvPr>
          <p:cNvSpPr txBox="1"/>
          <p:nvPr/>
        </p:nvSpPr>
        <p:spPr>
          <a:xfrm>
            <a:off x="783771" y="3762103"/>
            <a:ext cx="11029616" cy="923330"/>
          </a:xfrm>
          <a:prstGeom prst="rect">
            <a:avLst/>
          </a:prstGeom>
          <a:noFill/>
          <a:ln>
            <a:solidFill>
              <a:srgbClr val="FFC000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r>
              <a:rPr lang="en-US" dirty="0"/>
              <a:t>CHALLENGE!!</a:t>
            </a:r>
          </a:p>
          <a:p>
            <a:pPr marL="342900" indent="-342900">
              <a:buAutoNum type="arabicPeriod"/>
            </a:pPr>
            <a:r>
              <a:rPr lang="en-US" dirty="0"/>
              <a:t>Navigate to the google earth web page.</a:t>
            </a:r>
          </a:p>
          <a:p>
            <a:pPr marL="342900" indent="-342900">
              <a:buAutoNum type="arabicPeriod"/>
            </a:pPr>
            <a:r>
              <a:rPr lang="en-US" dirty="0"/>
              <a:t>Interact with the site and try to access the racial stats of Bloemfontein.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0510681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1E7CA09-9778-4414-AE97-8064B12DA3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{698BFBFE-8C2F-4B9B-8C59-0815DEF6F266}TF201209c3-d067-44f9-a26f-c8f216c443132338b0b8_win32-bd4b3b67ca24</Template>
  <TotalTime>4361</TotalTime>
  <Words>500</Words>
  <Application>Microsoft Office PowerPoint</Application>
  <PresentationFormat>Widescreen</PresentationFormat>
  <Paragraphs>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Franklin Gothic Book</vt:lpstr>
      <vt:lpstr>Franklin Gothic Demi</vt:lpstr>
      <vt:lpstr>Wingdings 2</vt:lpstr>
      <vt:lpstr>DividendVTI</vt:lpstr>
      <vt:lpstr>The interconnect of everything em, enceladux-1, week2.1</vt:lpstr>
      <vt:lpstr>COMMUNICATION AND INFORMATION FLOW</vt:lpstr>
      <vt:lpstr>How does the internet work?</vt:lpstr>
      <vt:lpstr>How do we explore the internet?</vt:lpstr>
      <vt:lpstr>Using the google search engine</vt:lpstr>
      <vt:lpstr>ACTIVITY!!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interconnect of everything em, enceladux-1, week2</dc:title>
  <dc:creator>Bloem Printings Pty Ltd</dc:creator>
  <cp:lastModifiedBy>Bloem Printings Pty Ltd</cp:lastModifiedBy>
  <cp:revision>2</cp:revision>
  <dcterms:created xsi:type="dcterms:W3CDTF">2025-07-20T16:15:57Z</dcterms:created>
  <dcterms:modified xsi:type="dcterms:W3CDTF">2025-07-24T18:12:20Z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